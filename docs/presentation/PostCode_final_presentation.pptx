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b8119838f343ca" /><Relationship Type="http://schemas.openxmlformats.org/officeDocument/2006/relationships/extended-properties" Target="/docProps/app.xml" Id="Rf4b6cf1d02b944f2" /><Relationship Type="http://schemas.openxmlformats.org/officeDocument/2006/relationships/officeDocument" Target="/ppt/presentation.xml" Id="Rc68b291290cd4877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b5ac7dd10f974fc4"/>
  </p:sldMasterIdLst>
  <p:notesMasterIdLst>
    <p:notesMasterId xmlns:r="http://schemas.openxmlformats.org/officeDocument/2006/relationships" r:id="Rdd428620a7124850"/>
  </p:notesMasterIdLst>
  <p:sldIdLst>
    <p:sldId xmlns:r="http://schemas.openxmlformats.org/officeDocument/2006/relationships" id="256" r:id="R76fa6a9d57b44463"/>
    <p:sldId xmlns:r="http://schemas.openxmlformats.org/officeDocument/2006/relationships" id="257" r:id="R23136fdf23444d51"/>
    <p:sldId xmlns:r="http://schemas.openxmlformats.org/officeDocument/2006/relationships" id="258" r:id="R26650e8119d84ae4"/>
    <p:sldId xmlns:r="http://schemas.openxmlformats.org/officeDocument/2006/relationships" id="259" r:id="R2959b32ca4fa467c"/>
    <p:sldId xmlns:r="http://schemas.openxmlformats.org/officeDocument/2006/relationships" id="260" r:id="R18155c46d9344d5c"/>
    <p:sldId xmlns:r="http://schemas.openxmlformats.org/officeDocument/2006/relationships" id="261" r:id="R415c662efcc14372"/>
    <p:sldId xmlns:r="http://schemas.openxmlformats.org/officeDocument/2006/relationships" id="262" r:id="R6d4f0ef18deb4828"/>
    <p:sldId xmlns:r="http://schemas.openxmlformats.org/officeDocument/2006/relationships" id="263" r:id="R62d55494a4714a6b"/>
  </p:sldIdLst>
  <p:sldSz cx="9144000" cy="5143500"/>
  <p:notesSz cx="6858000" cy="9144000"/>
  <p:embeddedFontLst>
    <p:embeddedFont>
      <p:font typeface="Golos"/>
      <p:regular xmlns:r="http://schemas.openxmlformats.org/officeDocument/2006/relationships" r:id="Rf1d966f337b54dda"/>
      <p:bold xmlns:r="http://schemas.openxmlformats.org/officeDocument/2006/relationships" r:id="R04dc00792a714973"/>
    </p:embeddedFont>
  </p:embeddedFontLst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4d5a5160644e5a" /><Relationship Type="http://schemas.openxmlformats.org/officeDocument/2006/relationships/slideMaster" Target="/ppt/slideMasters/slideMaster1.xml" Id="Rb5ac7dd10f974fc4" /><Relationship Type="http://schemas.openxmlformats.org/officeDocument/2006/relationships/notesMaster" Target="/ppt/notesMasters/notesMaster1.xml" Id="Rdd428620a7124850" /><Relationship Type="http://schemas.openxmlformats.org/officeDocument/2006/relationships/presProps" Target="/ppt/presProps.xml" Id="R7de0d77346634859" /><Relationship Type="http://schemas.openxmlformats.org/officeDocument/2006/relationships/viewProps" Target="/ppt/viewProps.xml" Id="R8b9dc63e46c2445a" /><Relationship Type="http://schemas.openxmlformats.org/officeDocument/2006/relationships/tableStyles" Target="/ppt/tableStyles.xml" Id="R17bc3aaad3744d9f" /><Relationship Type="http://schemas.openxmlformats.org/officeDocument/2006/relationships/font" Target="/ppt/fonts/font.dat" Id="Rf1d966f337b54dda" /><Relationship Type="http://schemas.openxmlformats.org/officeDocument/2006/relationships/font" Target="/ppt/fonts/font2.dat" Id="R04dc00792a714973" /><Relationship Type="http://schemas.openxmlformats.org/officeDocument/2006/relationships/slide" Target="/ppt/slides/slide1.xml" Id="R76fa6a9d57b44463" /><Relationship Type="http://schemas.openxmlformats.org/officeDocument/2006/relationships/slide" Target="/ppt/slides/slide2.xml" Id="R23136fdf23444d51" /><Relationship Type="http://schemas.openxmlformats.org/officeDocument/2006/relationships/slide" Target="/ppt/slides/slide3.xml" Id="R26650e8119d84ae4" /><Relationship Type="http://schemas.openxmlformats.org/officeDocument/2006/relationships/slide" Target="/ppt/slides/slide4.xml" Id="R2959b32ca4fa467c" /><Relationship Type="http://schemas.openxmlformats.org/officeDocument/2006/relationships/slide" Target="/ppt/slides/slide5.xml" Id="R18155c46d9344d5c" /><Relationship Type="http://schemas.openxmlformats.org/officeDocument/2006/relationships/slide" Target="/ppt/slides/slide6.xml" Id="R415c662efcc14372" /><Relationship Type="http://schemas.openxmlformats.org/officeDocument/2006/relationships/slide" Target="/ppt/slides/slide7.xml" Id="R6d4f0ef18deb4828" /><Relationship Type="http://schemas.openxmlformats.org/officeDocument/2006/relationships/slide" Target="/ppt/slides/slide8.xml" Id="R62d55494a4714a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863938085b46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d2c37085114ef1" /><Relationship Type="http://schemas.openxmlformats.org/officeDocument/2006/relationships/notesMaster" Target="/ppt/notesMasters/notesMaster1.xml" Id="R645715d4b2ec4e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f9f38c5b4941ef" /><Relationship Type="http://schemas.openxmlformats.org/officeDocument/2006/relationships/notesMaster" Target="/ppt/notesMasters/notesMaster1.xml" Id="R4dfed27ba39f4c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2bf1f98fae42fc" /><Relationship Type="http://schemas.openxmlformats.org/officeDocument/2006/relationships/notesMaster" Target="/ppt/notesMasters/notesMaster1.xml" Id="R5d73ce99d77740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a65f4dc3374fd1" /><Relationship Type="http://schemas.openxmlformats.org/officeDocument/2006/relationships/notesMaster" Target="/ppt/notesMasters/notesMaster1.xml" Id="Rcaa1e90756a947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6767d92d5a4a93" /><Relationship Type="http://schemas.openxmlformats.org/officeDocument/2006/relationships/notesMaster" Target="/ppt/notesMasters/notesMaster1.xml" Id="R111c5ca5484241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240a52daaf4d5b" /><Relationship Type="http://schemas.openxmlformats.org/officeDocument/2006/relationships/notesMaster" Target="/ppt/notesMasters/notesMaster1.xml" Id="R3968b5eeb58e42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61195989e341f6" /><Relationship Type="http://schemas.openxmlformats.org/officeDocument/2006/relationships/notesMaster" Target="/ppt/notesMasters/notesMaster1.xml" Id="R5ef499afc24443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775180668c4602" /><Relationship Type="http://schemas.openxmlformats.org/officeDocument/2006/relationships/notesMaster" Target="/ppt/notesMasters/notesMaster1.xml" Id="R8fe6ceedf8114b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королевскийбумбет. Оцениваем экспертную заполненность грузового отсека по фотографии. Это оценка размещённых объектов, условно по занятой площади пола, а не массы и не грузоподъёмности. Защита рассчитана на 5–7 минут.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Имена и название команды предоставлены участником. Конкретное разделение ролей не подтверждено; роли намеренно не выдуманы.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Проблема: руководителям сортировочных объектов, транспорта и логистики приходится вручную проверять фотографии, искать недогруз и сопоставлять фактическую загрузку с нормативной. Польза — автоматическая первичная оценка. Экономия времени в промышленной эксплуатации ещё не измерялась. Данные и целевая величина: официальное условие кейса.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числа на слайде — public leaderboard, не локальная валидация. Источники: сообщения участника и research_next_model/best_model.json; первоначальный DINO+SVR — 9.4549, дообучение около 5.93, ordinal около 5.69, attention392 около 5.6, исходный attention518 — 5.4545. Точные веса последнего первого прогона потеряны; сохранён повторный прогон той же архитектуры, public около 5.46 (пользователь сообщил 5.4591 и 5.4599 без однозначного распределения по двум CSV). Его и разворачиваем. Ветка Continue4 с декодированием 5.4483 исключена из финального сервиса по решению команды.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Развёрнут сохранённый baseline_recovery, architecture attention518_original_v1. Пять primary-fold весов; модель выдаёт 20 монотонных вероятностей превышения порогов. Ожидаемая загрузка равна 5×сумма вероятностей. Усредняем горизонтальное отражение и оригинал, затем пять моделей. Сервис не использует калибровку или округление к 5. Обучение: MAE(load/100)+0.2 ordinal BCE; фиксированные 12 эпох, среднее последних трёх снимков параметров. Два групповых разбиения одной обучающей выборки, не два независимых датасета. OOF из kaggle_grid518/received_run/baseline_recovery/report.json. Исторический public 5.4545 не является OOF этого сохранённого повтора.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Реальные технологии: FastAPI, PyTorch, SQLite, XML, Dockerfile. Изображение передаётся как base64 в XML; номер перевозки — shipment_id. Повторный POST добавляет оценку в историю, GET возвращает последнюю; история сохраняется при перезапуске. Во время инференса временный файл удаляется после обработки. Внешнее промышленное подключение и авторизация пользователей не заявляются.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Сервисные проверки: тесты XML, ошибок, истории и временных файлов. Отдельно проверяется реальное изображение с восстановленными весами и сохранение после перезапуска. Дообучение выполняется отдельным скриптом; новая версия проходит групповую валидацию до замены действующих весов. Текущий сервис — MVP без производственного подключения. Скорость на GPU ещё не измерена в сервисе; не обещаем промышленный SLA.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Спасибо! Готовы показать загрузку фотографии, результат, повторное получение и историю.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03fd208a6462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97367233414e8d" /><Relationship Type="http://schemas.openxmlformats.org/officeDocument/2006/relationships/slideLayout" Target="/ppt/slideLayouts/slideLayout1.xml" Id="R818a71acd7b849f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8a71acd7b849f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0b5e06fa84d70" /><Relationship Type="http://schemas.openxmlformats.org/officeDocument/2006/relationships/image" Target="/ppt/media/image.png" Id="Ra0ac85e6694d44c7" /><Relationship Type="http://schemas.openxmlformats.org/officeDocument/2006/relationships/image" Target="/ppt/media/image2.png" Id="Rb55d239577004a1a" /><Relationship Type="http://schemas.openxmlformats.org/officeDocument/2006/relationships/image" Target="/ppt/media/image3.png" Id="R5bfcec3b85b24746" /><Relationship Type="http://schemas.openxmlformats.org/officeDocument/2006/relationships/image" Target="/ppt/media/image4.png" Id="Rada23f08788540c7" /><Relationship Type="http://schemas.openxmlformats.org/officeDocument/2006/relationships/image" Target="/ppt/media/image5.png" Id="R7a4f314e644f4e74" /><Relationship Type="http://schemas.openxmlformats.org/officeDocument/2006/relationships/image" Target="/ppt/media/image6.png" Id="Re825129f6d7048b1" /><Relationship Type="http://schemas.openxmlformats.org/officeDocument/2006/relationships/image" Target="/ppt/media/image7.png" Id="R10074ff60be84d19" /><Relationship Type="http://schemas.openxmlformats.org/officeDocument/2006/relationships/image" Target="/ppt/media/image8.png" Id="R72c921a34ac34dce" /><Relationship Type="http://schemas.openxmlformats.org/officeDocument/2006/relationships/image" Target="/ppt/media/image9.png" Id="R1d67f586c3254c75" /><Relationship Type="http://schemas.openxmlformats.org/officeDocument/2006/relationships/image" Target="/ppt/media/image10.png" Id="Ra25ab535a85e4224" /><Relationship Type="http://schemas.openxmlformats.org/officeDocument/2006/relationships/image" Target="/ppt/media/image11.png" Id="R41bea886ade841cf" /><Relationship Type="http://schemas.openxmlformats.org/officeDocument/2006/relationships/image" Target="/ppt/media/image12.png" Id="R08a745e52b4a4b54" /><Relationship Type="http://schemas.openxmlformats.org/officeDocument/2006/relationships/image" Target="/ppt/media/image13.png" Id="Rb3916a58f9c941b5" /><Relationship Type="http://schemas.openxmlformats.org/officeDocument/2006/relationships/image" Target="/ppt/media/image14.png" Id="Ra107782005374b01" /><Relationship Type="http://schemas.openxmlformats.org/officeDocument/2006/relationships/image" Target="/ppt/media/image15.png" Id="Rea0efd91224144e8" /><Relationship Type="http://schemas.openxmlformats.org/officeDocument/2006/relationships/image" Target="/ppt/media/image16.png" Id="Rf14a7eedfc514ba3" /><Relationship Type="http://schemas.openxmlformats.org/officeDocument/2006/relationships/image" Target="/ppt/media/image17.png" Id="R03289cd5a6734945" /><Relationship Type="http://schemas.openxmlformats.org/officeDocument/2006/relationships/image" Target="/ppt/media/image18.png" Id="R065150910b5e46f8" /><Relationship Type="http://schemas.openxmlformats.org/officeDocument/2006/relationships/image" Target="/ppt/media/image19.png" Id="Rd20d3facc37f416c" /><Relationship Type="http://schemas.openxmlformats.org/officeDocument/2006/relationships/image" Target="/ppt/media/image20.png" Id="R84f1ec70f2fb4c96" /><Relationship Type="http://schemas.openxmlformats.org/officeDocument/2006/relationships/image" Target="/ppt/media/image21.png" Id="Ra8de2c713df64a47" /><Relationship Type="http://schemas.openxmlformats.org/officeDocument/2006/relationships/image" Target="/ppt/media/image22.png" Id="R322cc32429104ce5" /><Relationship Type="http://schemas.openxmlformats.org/officeDocument/2006/relationships/image" Target="/ppt/media/image23.png" Id="Recf774f42a1d49a9" /><Relationship Type="http://schemas.openxmlformats.org/officeDocument/2006/relationships/image" Target="/ppt/media/image24.png" Id="R66a306aa8c47428f" /><Relationship Type="http://schemas.openxmlformats.org/officeDocument/2006/relationships/image" Target="/ppt/media/image25.png" Id="R739be4392a3243b4" /><Relationship Type="http://schemas.openxmlformats.org/officeDocument/2006/relationships/image" Target="/ppt/media/image26.png" Id="Rdfbe4627733c4732" /><Relationship Type="http://schemas.openxmlformats.org/officeDocument/2006/relationships/image" Target="/ppt/media/image27.png" Id="Ra63a88d9a6d24cc3" /><Relationship Type="http://schemas.openxmlformats.org/officeDocument/2006/relationships/image" Target="/ppt/media/image28.png" Id="Ra769b2fe34e74e04" /><Relationship Type="http://schemas.openxmlformats.org/officeDocument/2006/relationships/image" Target="/ppt/media/image29.png" Id="Rc48a1f4993c44aa1" /><Relationship Type="http://schemas.openxmlformats.org/officeDocument/2006/relationships/image" Target="/ppt/media/image30.png" Id="R84264d1f1b844a37" /><Relationship Type="http://schemas.openxmlformats.org/officeDocument/2006/relationships/image" Target="/ppt/media/image31.png" Id="Rcf1ebdbbf58a49a2" /><Relationship Type="http://schemas.openxmlformats.org/officeDocument/2006/relationships/image" Target="/ppt/media/image32.png" Id="Rb696900da8f54007" /><Relationship Type="http://schemas.openxmlformats.org/officeDocument/2006/relationships/image" Target="/ppt/media/image33.png" Id="R7fe6724e07cb4109" /><Relationship Type="http://schemas.openxmlformats.org/officeDocument/2006/relationships/image" Target="/ppt/media/image34.png" Id="R52c68df0ef0d4e94" /><Relationship Type="http://schemas.openxmlformats.org/officeDocument/2006/relationships/image" Target="/ppt/media/image35.png" Id="R0423225226ec4a14" /><Relationship Type="http://schemas.openxmlformats.org/officeDocument/2006/relationships/image" Target="/ppt/media/image36.png" Id="Rc1dfb052004b475d" /><Relationship Type="http://schemas.openxmlformats.org/officeDocument/2006/relationships/image" Target="/ppt/media/image37.png" Id="R62b43d7383304b20" /><Relationship Type="http://schemas.openxmlformats.org/officeDocument/2006/relationships/image" Target="/ppt/media/image38.png" Id="R72021abf9b1840ae" /><Relationship Type="http://schemas.openxmlformats.org/officeDocument/2006/relationships/image" Target="/ppt/media/image39.png" Id="R21d0ac62943242b7" /><Relationship Type="http://schemas.openxmlformats.org/officeDocument/2006/relationships/image" Target="/ppt/media/image40.png" Id="Rc0782b0559ae4271" /><Relationship Type="http://schemas.openxmlformats.org/officeDocument/2006/relationships/image" Target="/ppt/media/image41.png" Id="R763169125b55412d" /><Relationship Type="http://schemas.openxmlformats.org/officeDocument/2006/relationships/image" Target="/ppt/media/image42.png" Id="R6d86cfca74654437" /><Relationship Type="http://schemas.openxmlformats.org/officeDocument/2006/relationships/image" Target="/ppt/media/image43.png" Id="Ra1725ad08fbf46c4" /><Relationship Type="http://schemas.openxmlformats.org/officeDocument/2006/relationships/notesSlide" Target="/ppt/notesSlides/notesSlide1.xml" Id="R2502d2a7646d4a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b7c49dc69423b" /><Relationship Type="http://schemas.openxmlformats.org/officeDocument/2006/relationships/image" Target="/ppt/media/image44.png" Id="Rc8a070f47bb64277" /><Relationship Type="http://schemas.openxmlformats.org/officeDocument/2006/relationships/image" Target="/ppt/media/image45.png" Id="R7287e3e7cdb14298" /><Relationship Type="http://schemas.openxmlformats.org/officeDocument/2006/relationships/image" Target="/ppt/media/image46.png" Id="R174dd2affa2c4174" /><Relationship Type="http://schemas.openxmlformats.org/officeDocument/2006/relationships/image" Target="/ppt/media/image47.png" Id="Rba48c7e84b134d4f" /><Relationship Type="http://schemas.openxmlformats.org/officeDocument/2006/relationships/image" Target="/ppt/media/image48.png" Id="R5d2fe6d49d0a4fef" /><Relationship Type="http://schemas.openxmlformats.org/officeDocument/2006/relationships/image" Target="/ppt/media/image49.png" Id="R35d085211b134d18" /><Relationship Type="http://schemas.openxmlformats.org/officeDocument/2006/relationships/image" Target="/ppt/media/image50.png" Id="R7f8964b5121c4ebd" /><Relationship Type="http://schemas.openxmlformats.org/officeDocument/2006/relationships/image" Target="/ppt/media/image51.png" Id="R7e2cf5d848fe46c2" /><Relationship Type="http://schemas.openxmlformats.org/officeDocument/2006/relationships/image" Target="/ppt/media/image52.png" Id="R5d9485d5601c4731" /><Relationship Type="http://schemas.openxmlformats.org/officeDocument/2006/relationships/image" Target="/ppt/media/image53.png" Id="R48d1f071bc36436b" /><Relationship Type="http://schemas.openxmlformats.org/officeDocument/2006/relationships/image" Target="/ppt/media/image54.png" Id="R07571f71f52248f2" /><Relationship Type="http://schemas.openxmlformats.org/officeDocument/2006/relationships/image" Target="/ppt/media/image55.png" Id="R207022d7d15c44d0" /><Relationship Type="http://schemas.openxmlformats.org/officeDocument/2006/relationships/image" Target="/ppt/media/image56.png" Id="R437aaaed28234856" /><Relationship Type="http://schemas.openxmlformats.org/officeDocument/2006/relationships/image" Target="/ppt/media/image57.png" Id="Ra75641c2a2004a05" /><Relationship Type="http://schemas.openxmlformats.org/officeDocument/2006/relationships/image" Target="/ppt/media/image58.png" Id="Rc4a7aadbbe09448a" /><Relationship Type="http://schemas.openxmlformats.org/officeDocument/2006/relationships/image" Target="/ppt/media/image59.png" Id="R49ff520df46f4aad" /><Relationship Type="http://schemas.openxmlformats.org/officeDocument/2006/relationships/image" Target="/ppt/media/image60.png" Id="R76aa996e2ffb4266" /><Relationship Type="http://schemas.openxmlformats.org/officeDocument/2006/relationships/image" Target="/ppt/media/image61.png" Id="Rd0aea2b440d149f0" /><Relationship Type="http://schemas.openxmlformats.org/officeDocument/2006/relationships/image" Target="/ppt/media/image62.png" Id="Racc8886f2dba43be" /><Relationship Type="http://schemas.openxmlformats.org/officeDocument/2006/relationships/image" Target="/ppt/media/image63.png" Id="R74c9b8276e494e47" /><Relationship Type="http://schemas.openxmlformats.org/officeDocument/2006/relationships/image" Target="/ppt/media/image64.png" Id="R1f9a264e20cc45cf" /><Relationship Type="http://schemas.openxmlformats.org/officeDocument/2006/relationships/image" Target="/ppt/media/image65.png" Id="R751771eefb4a4808" /><Relationship Type="http://schemas.openxmlformats.org/officeDocument/2006/relationships/image" Target="/ppt/media/image66.png" Id="R0ffbe8489bca49b6" /><Relationship Type="http://schemas.openxmlformats.org/officeDocument/2006/relationships/image" Target="/ppt/media/image67.png" Id="Rc7465a609ac9498d" /><Relationship Type="http://schemas.openxmlformats.org/officeDocument/2006/relationships/image" Target="/ppt/media/image68.png" Id="R4e9526c75522481d" /><Relationship Type="http://schemas.openxmlformats.org/officeDocument/2006/relationships/image" Target="/ppt/media/image69.png" Id="R17e40de8182a459d" /><Relationship Type="http://schemas.openxmlformats.org/officeDocument/2006/relationships/image" Target="/ppt/media/image70.png" Id="Raa697d2def634a4a" /><Relationship Type="http://schemas.openxmlformats.org/officeDocument/2006/relationships/image" Target="/ppt/media/image71.png" Id="Rf37021d2294940cd" /><Relationship Type="http://schemas.openxmlformats.org/officeDocument/2006/relationships/image" Target="/ppt/media/image72.png" Id="R524ad00b51444305" /><Relationship Type="http://schemas.openxmlformats.org/officeDocument/2006/relationships/image" Target="/ppt/media/image73.png" Id="R34ce79614aeb4955" /><Relationship Type="http://schemas.openxmlformats.org/officeDocument/2006/relationships/image" Target="/ppt/media/image74.png" Id="R4e0f805c67c442db" /><Relationship Type="http://schemas.openxmlformats.org/officeDocument/2006/relationships/image" Target="/ppt/media/image75.png" Id="R06ed88aa963543f8" /><Relationship Type="http://schemas.openxmlformats.org/officeDocument/2006/relationships/image" Target="/ppt/media/image76.png" Id="R18884aefab5d4d9e" /><Relationship Type="http://schemas.openxmlformats.org/officeDocument/2006/relationships/image" Target="/ppt/media/image77.png" Id="Rf8d2d57e04dc4379" /><Relationship Type="http://schemas.openxmlformats.org/officeDocument/2006/relationships/image" Target="/ppt/media/image78.png" Id="R864806422c0a4c28" /><Relationship Type="http://schemas.openxmlformats.org/officeDocument/2006/relationships/image" Target="/ppt/media/image79.png" Id="R748ebc977bdc4c61" /><Relationship Type="http://schemas.openxmlformats.org/officeDocument/2006/relationships/image" Target="/ppt/media/image80.png" Id="R57876ff1e7454ccf" /><Relationship Type="http://schemas.openxmlformats.org/officeDocument/2006/relationships/image" Target="/ppt/media/image81.png" Id="Rda50cd16e5d94756" /><Relationship Type="http://schemas.openxmlformats.org/officeDocument/2006/relationships/image" Target="/ppt/media/image82.png" Id="Red6f92f3b086455e" /><Relationship Type="http://schemas.openxmlformats.org/officeDocument/2006/relationships/image" Target="/ppt/media/image83.png" Id="Re111e2b2d4c346d6" /><Relationship Type="http://schemas.openxmlformats.org/officeDocument/2006/relationships/image" Target="/ppt/media/image84.png" Id="R560b49fde7c94663" /><Relationship Type="http://schemas.openxmlformats.org/officeDocument/2006/relationships/image" Target="/ppt/media/image85.png" Id="R718d3fcde17e4f66" /><Relationship Type="http://schemas.openxmlformats.org/officeDocument/2006/relationships/image" Target="/ppt/media/image86.png" Id="Rb64310d613b148b2" /><Relationship Type="http://schemas.openxmlformats.org/officeDocument/2006/relationships/image" Target="/ppt/media/image87.png" Id="Ra281a41d6cd44e89" /><Relationship Type="http://schemas.openxmlformats.org/officeDocument/2006/relationships/image" Target="/ppt/media/image88.png" Id="Ra3b517bbba514cba" /><Relationship Type="http://schemas.openxmlformats.org/officeDocument/2006/relationships/notesSlide" Target="/ppt/notesSlides/notesSlide2.xml" Id="Rfe2dc171a4fa42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1edce321c4445" /><Relationship Type="http://schemas.openxmlformats.org/officeDocument/2006/relationships/image" Target="/ppt/media/image89.png" Id="R395477009e2b4a29" /><Relationship Type="http://schemas.openxmlformats.org/officeDocument/2006/relationships/image" Target="/ppt/media/image90.png" Id="R1d6822631c0c41f9" /><Relationship Type="http://schemas.openxmlformats.org/officeDocument/2006/relationships/image" Target="/ppt/media/image91.png" Id="R3bc7bc48941c47fc" /><Relationship Type="http://schemas.openxmlformats.org/officeDocument/2006/relationships/image" Target="/ppt/media/image92.png" Id="Ra1b74c6a8c0b472e" /><Relationship Type="http://schemas.openxmlformats.org/officeDocument/2006/relationships/image" Target="/ppt/media/image93.png" Id="R944cf1cf467643dc" /><Relationship Type="http://schemas.openxmlformats.org/officeDocument/2006/relationships/image" Target="/ppt/media/image94.png" Id="Rba9dbead3109405b" /><Relationship Type="http://schemas.openxmlformats.org/officeDocument/2006/relationships/image" Target="/ppt/media/image95.png" Id="R8d87ae18c8e04fd2" /><Relationship Type="http://schemas.openxmlformats.org/officeDocument/2006/relationships/image" Target="/ppt/media/image96.png" Id="R6f6558f218cc4edb" /><Relationship Type="http://schemas.openxmlformats.org/officeDocument/2006/relationships/image" Target="/ppt/media/image97.png" Id="R05db6ba1ec164976" /><Relationship Type="http://schemas.openxmlformats.org/officeDocument/2006/relationships/image" Target="/ppt/media/image98.png" Id="R4f0be41d998a4ec2" /><Relationship Type="http://schemas.openxmlformats.org/officeDocument/2006/relationships/image" Target="/ppt/media/image99.png" Id="R22097b8d3296439e" /><Relationship Type="http://schemas.openxmlformats.org/officeDocument/2006/relationships/image" Target="/ppt/media/image100.png" Id="Rc749ff8be63d4343" /><Relationship Type="http://schemas.openxmlformats.org/officeDocument/2006/relationships/image" Target="/ppt/media/image101.png" Id="R4eeed709a8094b56" /><Relationship Type="http://schemas.openxmlformats.org/officeDocument/2006/relationships/image" Target="/ppt/media/image102.png" Id="Re117127eee2b4306" /><Relationship Type="http://schemas.openxmlformats.org/officeDocument/2006/relationships/image" Target="/ppt/media/image103.png" Id="R2011b44b4e934107" /><Relationship Type="http://schemas.openxmlformats.org/officeDocument/2006/relationships/image" Target="/ppt/media/image104.png" Id="R6b3dfe08c33945d8" /><Relationship Type="http://schemas.openxmlformats.org/officeDocument/2006/relationships/image" Target="/ppt/media/image105.png" Id="Rf95c88bd24c848b8" /><Relationship Type="http://schemas.openxmlformats.org/officeDocument/2006/relationships/image" Target="/ppt/media/image106.png" Id="R8b6d265b0b0949d0" /><Relationship Type="http://schemas.openxmlformats.org/officeDocument/2006/relationships/image" Target="/ppt/media/image107.png" Id="Rf4601331e083418b" /><Relationship Type="http://schemas.openxmlformats.org/officeDocument/2006/relationships/image" Target="/ppt/media/image108.png" Id="Rc4b9db5c7ad549c3" /><Relationship Type="http://schemas.openxmlformats.org/officeDocument/2006/relationships/image" Target="/ppt/media/image109.png" Id="R3a80b005b5d64c47" /><Relationship Type="http://schemas.openxmlformats.org/officeDocument/2006/relationships/image" Target="/ppt/media/image110.png" Id="Ra89b85b7f4094d80" /><Relationship Type="http://schemas.openxmlformats.org/officeDocument/2006/relationships/image" Target="/ppt/media/image111.png" Id="Rbe4429aef6d64f7e" /><Relationship Type="http://schemas.openxmlformats.org/officeDocument/2006/relationships/image" Target="/ppt/media/image112.png" Id="Rc742e3a816bc4de8" /><Relationship Type="http://schemas.openxmlformats.org/officeDocument/2006/relationships/image" Target="/ppt/media/image113.png" Id="Rab27968550ad4966" /><Relationship Type="http://schemas.openxmlformats.org/officeDocument/2006/relationships/image" Target="/ppt/media/image114.png" Id="R8d028abd67314b8b" /><Relationship Type="http://schemas.openxmlformats.org/officeDocument/2006/relationships/image" Target="/ppt/media/image115.png" Id="R1a278706a6ef4b6f" /><Relationship Type="http://schemas.openxmlformats.org/officeDocument/2006/relationships/image" Target="/ppt/media/image116.png" Id="Ra210f6a0eec94f40" /><Relationship Type="http://schemas.openxmlformats.org/officeDocument/2006/relationships/image" Target="/ppt/media/image117.png" Id="Rc83e09817692407d" /><Relationship Type="http://schemas.openxmlformats.org/officeDocument/2006/relationships/image" Target="/ppt/media/image118.png" Id="Rbdf051eb5ed14ce5" /><Relationship Type="http://schemas.openxmlformats.org/officeDocument/2006/relationships/image" Target="/ppt/media/image119.png" Id="R7b72b49e33194a44" /><Relationship Type="http://schemas.openxmlformats.org/officeDocument/2006/relationships/image" Target="/ppt/media/image120.png" Id="Rd258367ed2f34c8d" /><Relationship Type="http://schemas.openxmlformats.org/officeDocument/2006/relationships/image" Target="/ppt/media/image121.png" Id="Rbc9612b933234499" /><Relationship Type="http://schemas.openxmlformats.org/officeDocument/2006/relationships/image" Target="/ppt/media/image122.png" Id="Rbbb19101dd8c427c" /><Relationship Type="http://schemas.openxmlformats.org/officeDocument/2006/relationships/image" Target="/ppt/media/image123.png" Id="R653ad80621a04a15" /><Relationship Type="http://schemas.openxmlformats.org/officeDocument/2006/relationships/image" Target="/ppt/media/image124.png" Id="R047ff2a658f64fb6" /><Relationship Type="http://schemas.openxmlformats.org/officeDocument/2006/relationships/image" Target="/ppt/media/image125.png" Id="R51b02a950ae54181" /><Relationship Type="http://schemas.openxmlformats.org/officeDocument/2006/relationships/image" Target="/ppt/media/image126.png" Id="Re55861f3a4174df9" /><Relationship Type="http://schemas.openxmlformats.org/officeDocument/2006/relationships/image" Target="/ppt/media/image127.png" Id="R1fc1dcd440424767" /><Relationship Type="http://schemas.openxmlformats.org/officeDocument/2006/relationships/image" Target="/ppt/media/image128.png" Id="Rb89eaa900486438b" /><Relationship Type="http://schemas.openxmlformats.org/officeDocument/2006/relationships/image" Target="/ppt/media/image129.png" Id="R8a0e0683952942c1" /><Relationship Type="http://schemas.openxmlformats.org/officeDocument/2006/relationships/image" Target="/ppt/media/image130.png" Id="Rb31edfc10b934c73" /><Relationship Type="http://schemas.openxmlformats.org/officeDocument/2006/relationships/image" Target="/ppt/media/image131.png" Id="R9db3ca7e451c4e26" /><Relationship Type="http://schemas.openxmlformats.org/officeDocument/2006/relationships/image" Target="/ppt/media/image132.png" Id="Rd9ec5325f10f42c3" /><Relationship Type="http://schemas.openxmlformats.org/officeDocument/2006/relationships/notesSlide" Target="/ppt/notesSlides/notesSlide3.xml" Id="Re9b5928c23144f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ee1d018d34040" /><Relationship Type="http://schemas.openxmlformats.org/officeDocument/2006/relationships/image" Target="/ppt/media/image133.png" Id="R0d40353a2c7341d0" /><Relationship Type="http://schemas.openxmlformats.org/officeDocument/2006/relationships/image" Target="/ppt/media/image134.png" Id="Rb7b6a5b9e4784106" /><Relationship Type="http://schemas.openxmlformats.org/officeDocument/2006/relationships/image" Target="/ppt/media/image135.png" Id="R093a9665b5924778" /><Relationship Type="http://schemas.openxmlformats.org/officeDocument/2006/relationships/image" Target="/ppt/media/image136.png" Id="R9a8a7282960b426c" /><Relationship Type="http://schemas.openxmlformats.org/officeDocument/2006/relationships/image" Target="/ppt/media/image137.png" Id="Rc4e48213f90443b4" /><Relationship Type="http://schemas.openxmlformats.org/officeDocument/2006/relationships/image" Target="/ppt/media/image138.png" Id="Rc0beeee38f4a46be" /><Relationship Type="http://schemas.openxmlformats.org/officeDocument/2006/relationships/image" Target="/ppt/media/image139.png" Id="R7d6affcbed4f48d5" /><Relationship Type="http://schemas.openxmlformats.org/officeDocument/2006/relationships/image" Target="/ppt/media/image140.png" Id="Raf68ccbb2f0b4f92" /><Relationship Type="http://schemas.openxmlformats.org/officeDocument/2006/relationships/image" Target="/ppt/media/image141.png" Id="R592be0266f3b46fd" /><Relationship Type="http://schemas.openxmlformats.org/officeDocument/2006/relationships/image" Target="/ppt/media/image142.png" Id="R867a74bef9e44d7b" /><Relationship Type="http://schemas.openxmlformats.org/officeDocument/2006/relationships/image" Target="/ppt/media/image143.png" Id="R317d83b2e7b54d89" /><Relationship Type="http://schemas.openxmlformats.org/officeDocument/2006/relationships/image" Target="/ppt/media/image144.png" Id="Rb803aabdea3542f3" /><Relationship Type="http://schemas.openxmlformats.org/officeDocument/2006/relationships/image" Target="/ppt/media/image145.png" Id="Rf4ab6c9cad60491d" /><Relationship Type="http://schemas.openxmlformats.org/officeDocument/2006/relationships/image" Target="/ppt/media/image146.png" Id="Rc3b52aee136c49dc" /><Relationship Type="http://schemas.openxmlformats.org/officeDocument/2006/relationships/image" Target="/ppt/media/image147.png" Id="Rb33ef76ff11a4a9d" /><Relationship Type="http://schemas.openxmlformats.org/officeDocument/2006/relationships/image" Target="/ppt/media/image148.png" Id="R3316d4d775b34548" /><Relationship Type="http://schemas.openxmlformats.org/officeDocument/2006/relationships/image" Target="/ppt/media/image149.png" Id="Rdace539d6d8047a8" /><Relationship Type="http://schemas.openxmlformats.org/officeDocument/2006/relationships/image" Target="/ppt/media/image150.png" Id="Rdb22a9e2922143e3" /><Relationship Type="http://schemas.openxmlformats.org/officeDocument/2006/relationships/image" Target="/ppt/media/image151.png" Id="R6794facd27844e29" /><Relationship Type="http://schemas.openxmlformats.org/officeDocument/2006/relationships/image" Target="/ppt/media/image152.png" Id="R76293de73fbe41de" /><Relationship Type="http://schemas.openxmlformats.org/officeDocument/2006/relationships/image" Target="/ppt/media/image153.png" Id="R94a3ea60a55946b6" /><Relationship Type="http://schemas.openxmlformats.org/officeDocument/2006/relationships/image" Target="/ppt/media/image154.png" Id="Re372bb9d88e2447a" /><Relationship Type="http://schemas.openxmlformats.org/officeDocument/2006/relationships/image" Target="/ppt/media/image155.png" Id="R1ef92b7262cc4dae" /><Relationship Type="http://schemas.openxmlformats.org/officeDocument/2006/relationships/image" Target="/ppt/media/image156.png" Id="R60a716d1d54a4969" /><Relationship Type="http://schemas.openxmlformats.org/officeDocument/2006/relationships/image" Target="/ppt/media/image157.png" Id="Rb530dea504444dc9" /><Relationship Type="http://schemas.openxmlformats.org/officeDocument/2006/relationships/image" Target="/ppt/media/image158.png" Id="R2fa3e315d4834a9c" /><Relationship Type="http://schemas.openxmlformats.org/officeDocument/2006/relationships/image" Target="/ppt/media/image159.png" Id="Rf24c2c923405449e" /><Relationship Type="http://schemas.openxmlformats.org/officeDocument/2006/relationships/image" Target="/ppt/media/image160.png" Id="Rf9e56c1adfd447d3" /><Relationship Type="http://schemas.openxmlformats.org/officeDocument/2006/relationships/image" Target="/ppt/media/image161.png" Id="R22a7d80366134268" /><Relationship Type="http://schemas.openxmlformats.org/officeDocument/2006/relationships/image" Target="/ppt/media/image162.png" Id="R062b693e846c4372" /><Relationship Type="http://schemas.openxmlformats.org/officeDocument/2006/relationships/image" Target="/ppt/media/image163.png" Id="R0d95b5456dcf443f" /><Relationship Type="http://schemas.openxmlformats.org/officeDocument/2006/relationships/image" Target="/ppt/media/image164.png" Id="R05574b90287640bc" /><Relationship Type="http://schemas.openxmlformats.org/officeDocument/2006/relationships/image" Target="/ppt/media/image165.png" Id="Ra886db7d865f49af" /><Relationship Type="http://schemas.openxmlformats.org/officeDocument/2006/relationships/image" Target="/ppt/media/image166.png" Id="R1320623fc92b4248" /><Relationship Type="http://schemas.openxmlformats.org/officeDocument/2006/relationships/image" Target="/ppt/media/image167.png" Id="R7d214c24ad524039" /><Relationship Type="http://schemas.openxmlformats.org/officeDocument/2006/relationships/image" Target="/ppt/media/image168.png" Id="R4057bf4666a548d1" /><Relationship Type="http://schemas.openxmlformats.org/officeDocument/2006/relationships/image" Target="/ppt/media/image169.png" Id="Rabe4a46295e84268" /><Relationship Type="http://schemas.openxmlformats.org/officeDocument/2006/relationships/image" Target="/ppt/media/image170.png" Id="R3d8ed6aed0ea4249" /><Relationship Type="http://schemas.openxmlformats.org/officeDocument/2006/relationships/image" Target="/ppt/media/image171.png" Id="Rb2702efaa1ed4d23" /><Relationship Type="http://schemas.openxmlformats.org/officeDocument/2006/relationships/image" Target="/ppt/media/image172.png" Id="Rcc8bba4788d64198" /><Relationship Type="http://schemas.openxmlformats.org/officeDocument/2006/relationships/image" Target="/ppt/media/image173.png" Id="R0acd6aad3cb44a76" /><Relationship Type="http://schemas.openxmlformats.org/officeDocument/2006/relationships/image" Target="/ppt/media/image174.png" Id="Rf844fe7b034b4efd" /><Relationship Type="http://schemas.openxmlformats.org/officeDocument/2006/relationships/image" Target="/ppt/media/image175.png" Id="Rf01ef2cea6fa4f91" /><Relationship Type="http://schemas.openxmlformats.org/officeDocument/2006/relationships/image" Target="/ppt/media/image176.png" Id="R96d846c696f540c9" /><Relationship Type="http://schemas.openxmlformats.org/officeDocument/2006/relationships/image" Target="/ppt/media/image177.png" Id="R4c64d66146ff433d" /><Relationship Type="http://schemas.openxmlformats.org/officeDocument/2006/relationships/notesSlide" Target="/ppt/notesSlides/notesSlide4.xml" Id="R89097d5975844a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5a367f97347de" /><Relationship Type="http://schemas.openxmlformats.org/officeDocument/2006/relationships/image" Target="/ppt/media/image178.png" Id="R00a172e2d65f4faa" /><Relationship Type="http://schemas.openxmlformats.org/officeDocument/2006/relationships/image" Target="/ppt/media/image179.png" Id="Rbc1172d79c2742af" /><Relationship Type="http://schemas.openxmlformats.org/officeDocument/2006/relationships/image" Target="/ppt/media/image180.png" Id="R344dca91b1304d91" /><Relationship Type="http://schemas.openxmlformats.org/officeDocument/2006/relationships/image" Target="/ppt/media/image181.png" Id="Rd5cc1ce203f4474b" /><Relationship Type="http://schemas.openxmlformats.org/officeDocument/2006/relationships/image" Target="/ppt/media/image182.png" Id="R324d4c3af5ec4460" /><Relationship Type="http://schemas.openxmlformats.org/officeDocument/2006/relationships/image" Target="/ppt/media/image183.png" Id="R4caea941620d490f" /><Relationship Type="http://schemas.openxmlformats.org/officeDocument/2006/relationships/image" Target="/ppt/media/image184.png" Id="R06bbba8adc2a4d5d" /><Relationship Type="http://schemas.openxmlformats.org/officeDocument/2006/relationships/image" Target="/ppt/media/image185.png" Id="R61ebd12cd8904cff" /><Relationship Type="http://schemas.openxmlformats.org/officeDocument/2006/relationships/image" Target="/ppt/media/image186.png" Id="Rce5b020ed25142e7" /><Relationship Type="http://schemas.openxmlformats.org/officeDocument/2006/relationships/image" Target="/ppt/media/image187.png" Id="R7cf0d6bb639b4a4f" /><Relationship Type="http://schemas.openxmlformats.org/officeDocument/2006/relationships/image" Target="/ppt/media/image188.png" Id="R8afcc93ee9b744c8" /><Relationship Type="http://schemas.openxmlformats.org/officeDocument/2006/relationships/image" Target="/ppt/media/image189.png" Id="Rf8effb81d3f449b8" /><Relationship Type="http://schemas.openxmlformats.org/officeDocument/2006/relationships/image" Target="/ppt/media/image190.png" Id="R1ff9a523b0334d47" /><Relationship Type="http://schemas.openxmlformats.org/officeDocument/2006/relationships/image" Target="/ppt/media/image191.png" Id="Rc2a52444ab9a46af" /><Relationship Type="http://schemas.openxmlformats.org/officeDocument/2006/relationships/image" Target="/ppt/media/image192.png" Id="R62afd6c264b446cc" /><Relationship Type="http://schemas.openxmlformats.org/officeDocument/2006/relationships/image" Target="/ppt/media/image193.png" Id="R7e844259f88b407c" /><Relationship Type="http://schemas.openxmlformats.org/officeDocument/2006/relationships/image" Target="/ppt/media/image194.png" Id="Rcb98b893abbf4d06" /><Relationship Type="http://schemas.openxmlformats.org/officeDocument/2006/relationships/image" Target="/ppt/media/image195.png" Id="R001924fca94641f1" /><Relationship Type="http://schemas.openxmlformats.org/officeDocument/2006/relationships/image" Target="/ppt/media/image196.png" Id="Rb483e5b309e14f5a" /><Relationship Type="http://schemas.openxmlformats.org/officeDocument/2006/relationships/image" Target="/ppt/media/image197.png" Id="R6cbcca41e89c4d3b" /><Relationship Type="http://schemas.openxmlformats.org/officeDocument/2006/relationships/image" Target="/ppt/media/image198.png" Id="Rb72de557c6ab4362" /><Relationship Type="http://schemas.openxmlformats.org/officeDocument/2006/relationships/image" Target="/ppt/media/image199.png" Id="R28106c2c78194d6f" /><Relationship Type="http://schemas.openxmlformats.org/officeDocument/2006/relationships/image" Target="/ppt/media/image200.png" Id="Rdb637e123f574047" /><Relationship Type="http://schemas.openxmlformats.org/officeDocument/2006/relationships/image" Target="/ppt/media/image201.png" Id="Rd33802f479084420" /><Relationship Type="http://schemas.openxmlformats.org/officeDocument/2006/relationships/image" Target="/ppt/media/image202.png" Id="R1cb8dffe74d14f24" /><Relationship Type="http://schemas.openxmlformats.org/officeDocument/2006/relationships/image" Target="/ppt/media/image203.png" Id="Ra3c5e818c9344ac7" /><Relationship Type="http://schemas.openxmlformats.org/officeDocument/2006/relationships/image" Target="/ppt/media/image204.png" Id="R9786beaeecc6439d" /><Relationship Type="http://schemas.openxmlformats.org/officeDocument/2006/relationships/image" Target="/ppt/media/image205.png" Id="R80df62a00b3b4c80" /><Relationship Type="http://schemas.openxmlformats.org/officeDocument/2006/relationships/image" Target="/ppt/media/image206.png" Id="Rc9731718dd904136" /><Relationship Type="http://schemas.openxmlformats.org/officeDocument/2006/relationships/image" Target="/ppt/media/image207.png" Id="R5a1d9f1dee394834" /><Relationship Type="http://schemas.openxmlformats.org/officeDocument/2006/relationships/image" Target="/ppt/media/image208.png" Id="R2f38bf05b6a947f5" /><Relationship Type="http://schemas.openxmlformats.org/officeDocument/2006/relationships/image" Target="/ppt/media/image209.png" Id="Rfe078dd40c044aee" /><Relationship Type="http://schemas.openxmlformats.org/officeDocument/2006/relationships/image" Target="/ppt/media/image210.png" Id="R09657145f28a4a51" /><Relationship Type="http://schemas.openxmlformats.org/officeDocument/2006/relationships/image" Target="/ppt/media/image211.png" Id="Rca1b1e08d08d4908" /><Relationship Type="http://schemas.openxmlformats.org/officeDocument/2006/relationships/image" Target="/ppt/media/image212.png" Id="R1c6c9e43f2054347" /><Relationship Type="http://schemas.openxmlformats.org/officeDocument/2006/relationships/image" Target="/ppt/media/image213.png" Id="R7d2ff08884db4677" /><Relationship Type="http://schemas.openxmlformats.org/officeDocument/2006/relationships/image" Target="/ppt/media/image214.png" Id="Rad6aaa1077164c20" /><Relationship Type="http://schemas.openxmlformats.org/officeDocument/2006/relationships/image" Target="/ppt/media/image215.png" Id="Ref0f63cd21464446" /><Relationship Type="http://schemas.openxmlformats.org/officeDocument/2006/relationships/image" Target="/ppt/media/image216.png" Id="Rc7b885b22055460b" /><Relationship Type="http://schemas.openxmlformats.org/officeDocument/2006/relationships/image" Target="/ppt/media/image217.png" Id="R9102a9baa8a5466d" /><Relationship Type="http://schemas.openxmlformats.org/officeDocument/2006/relationships/image" Target="/ppt/media/image218.png" Id="Rddf3430c57534016" /><Relationship Type="http://schemas.openxmlformats.org/officeDocument/2006/relationships/image" Target="/ppt/media/image219.png" Id="R8ee5b45cce6448fc" /><Relationship Type="http://schemas.openxmlformats.org/officeDocument/2006/relationships/image" Target="/ppt/media/image220.png" Id="Rc16594f181c549ea" /><Relationship Type="http://schemas.openxmlformats.org/officeDocument/2006/relationships/image" Target="/ppt/media/image221.png" Id="Rc69a4106376c4bc1" /><Relationship Type="http://schemas.openxmlformats.org/officeDocument/2006/relationships/image" Target="/ppt/media/image222.png" Id="R0fffe60689924a2f" /><Relationship Type="http://schemas.openxmlformats.org/officeDocument/2006/relationships/notesSlide" Target="/ppt/notesSlides/notesSlide5.xml" Id="R1734fac7d2064b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d263707a74a57" /><Relationship Type="http://schemas.openxmlformats.org/officeDocument/2006/relationships/image" Target="/ppt/media/image223.png" Id="Rf6d8a734d66a48d7" /><Relationship Type="http://schemas.openxmlformats.org/officeDocument/2006/relationships/image" Target="/ppt/media/image224.png" Id="Re018fc39c03c4945" /><Relationship Type="http://schemas.openxmlformats.org/officeDocument/2006/relationships/image" Target="/ppt/media/image225.png" Id="R0ed0708f8ffe43de" /><Relationship Type="http://schemas.openxmlformats.org/officeDocument/2006/relationships/image" Target="/ppt/media/image226.png" Id="Rfda44bdf58884a47" /><Relationship Type="http://schemas.openxmlformats.org/officeDocument/2006/relationships/image" Target="/ppt/media/image227.png" Id="R4ca3bbf7ad074a72" /><Relationship Type="http://schemas.openxmlformats.org/officeDocument/2006/relationships/image" Target="/ppt/media/image228.png" Id="Re6fc5412b881401b" /><Relationship Type="http://schemas.openxmlformats.org/officeDocument/2006/relationships/image" Target="/ppt/media/image229.png" Id="R37fab59b65724abc" /><Relationship Type="http://schemas.openxmlformats.org/officeDocument/2006/relationships/image" Target="/ppt/media/image230.png" Id="R8bda3e2cb45b4b8d" /><Relationship Type="http://schemas.openxmlformats.org/officeDocument/2006/relationships/image" Target="/ppt/media/image231.png" Id="Rd994ce837f55427e" /><Relationship Type="http://schemas.openxmlformats.org/officeDocument/2006/relationships/image" Target="/ppt/media/image232.png" Id="R53ceb12ba0004e18" /><Relationship Type="http://schemas.openxmlformats.org/officeDocument/2006/relationships/image" Target="/ppt/media/image233.png" Id="R5e94dc209fd24fdd" /><Relationship Type="http://schemas.openxmlformats.org/officeDocument/2006/relationships/image" Target="/ppt/media/image234.png" Id="Rf0ec58841f774407" /><Relationship Type="http://schemas.openxmlformats.org/officeDocument/2006/relationships/image" Target="/ppt/media/image235.png" Id="R32f4f8fa7f764b41" /><Relationship Type="http://schemas.openxmlformats.org/officeDocument/2006/relationships/image" Target="/ppt/media/image236.png" Id="R5cfc3c4b75d9494c" /><Relationship Type="http://schemas.openxmlformats.org/officeDocument/2006/relationships/image" Target="/ppt/media/image237.png" Id="Rfc8fe28458c149a2" /><Relationship Type="http://schemas.openxmlformats.org/officeDocument/2006/relationships/image" Target="/ppt/media/image238.png" Id="Rfa74a54a0cb941a5" /><Relationship Type="http://schemas.openxmlformats.org/officeDocument/2006/relationships/image" Target="/ppt/media/image239.png" Id="R4d9ac84d779447cd" /><Relationship Type="http://schemas.openxmlformats.org/officeDocument/2006/relationships/image" Target="/ppt/media/image240.png" Id="R219c38619e624d28" /><Relationship Type="http://schemas.openxmlformats.org/officeDocument/2006/relationships/image" Target="/ppt/media/image241.png" Id="Re1f6b50b954b4b45" /><Relationship Type="http://schemas.openxmlformats.org/officeDocument/2006/relationships/image" Target="/ppt/media/image242.png" Id="Rb587d6771ec34bc7" /><Relationship Type="http://schemas.openxmlformats.org/officeDocument/2006/relationships/image" Target="/ppt/media/image243.png" Id="R46f55d4d34664b36" /><Relationship Type="http://schemas.openxmlformats.org/officeDocument/2006/relationships/image" Target="/ppt/media/image244.png" Id="R9c4fde97efa6407f" /><Relationship Type="http://schemas.openxmlformats.org/officeDocument/2006/relationships/image" Target="/ppt/media/image245.png" Id="Reb094fc2162448b8" /><Relationship Type="http://schemas.openxmlformats.org/officeDocument/2006/relationships/image" Target="/ppt/media/image246.png" Id="R0067cd0a169949f9" /><Relationship Type="http://schemas.openxmlformats.org/officeDocument/2006/relationships/image" Target="/ppt/media/image247.png" Id="Rd989f8e903eb4a37" /><Relationship Type="http://schemas.openxmlformats.org/officeDocument/2006/relationships/image" Target="/ppt/media/image248.png" Id="Rff8111427f1c4b37" /><Relationship Type="http://schemas.openxmlformats.org/officeDocument/2006/relationships/image" Target="/ppt/media/image249.png" Id="R1bd1f2acf638425f" /><Relationship Type="http://schemas.openxmlformats.org/officeDocument/2006/relationships/image" Target="/ppt/media/image250.png" Id="R8165697fcda94200" /><Relationship Type="http://schemas.openxmlformats.org/officeDocument/2006/relationships/image" Target="/ppt/media/image251.png" Id="R4cfea7b9b59c4cd4" /><Relationship Type="http://schemas.openxmlformats.org/officeDocument/2006/relationships/image" Target="/ppt/media/image252.png" Id="Rc906c59f4be0488a" /><Relationship Type="http://schemas.openxmlformats.org/officeDocument/2006/relationships/image" Target="/ppt/media/image253.png" Id="Rc1cc3d5f9f8c4154" /><Relationship Type="http://schemas.openxmlformats.org/officeDocument/2006/relationships/image" Target="/ppt/media/image254.png" Id="R79327a8e5b7d4a83" /><Relationship Type="http://schemas.openxmlformats.org/officeDocument/2006/relationships/image" Target="/ppt/media/image255.png" Id="R014c9e30fa8842ba" /><Relationship Type="http://schemas.openxmlformats.org/officeDocument/2006/relationships/image" Target="/ppt/media/image256.png" Id="Rc68987159b6b4ed3" /><Relationship Type="http://schemas.openxmlformats.org/officeDocument/2006/relationships/image" Target="/ppt/media/image257.png" Id="Rf823490da2cf4ac1" /><Relationship Type="http://schemas.openxmlformats.org/officeDocument/2006/relationships/image" Target="/ppt/media/image258.png" Id="Recca19bb29f0419c" /><Relationship Type="http://schemas.openxmlformats.org/officeDocument/2006/relationships/image" Target="/ppt/media/image259.png" Id="R66f1484c99084479" /><Relationship Type="http://schemas.openxmlformats.org/officeDocument/2006/relationships/image" Target="/ppt/media/image260.png" Id="R1407a48b6ab14eec" /><Relationship Type="http://schemas.openxmlformats.org/officeDocument/2006/relationships/image" Target="/ppt/media/image261.png" Id="R2f1725fddd774a39" /><Relationship Type="http://schemas.openxmlformats.org/officeDocument/2006/relationships/image" Target="/ppt/media/image262.png" Id="Rb5b1d45704fa41b3" /><Relationship Type="http://schemas.openxmlformats.org/officeDocument/2006/relationships/image" Target="/ppt/media/image263.png" Id="R8af79d712fb04aa0" /><Relationship Type="http://schemas.openxmlformats.org/officeDocument/2006/relationships/image" Target="/ppt/media/image264.png" Id="R7141109d5cc64ff3" /><Relationship Type="http://schemas.openxmlformats.org/officeDocument/2006/relationships/image" Target="/ppt/media/image265.png" Id="R627cd49063414169" /><Relationship Type="http://schemas.openxmlformats.org/officeDocument/2006/relationships/image" Target="/ppt/media/image266.png" Id="Ra42f5739fd3049af" /><Relationship Type="http://schemas.openxmlformats.org/officeDocument/2006/relationships/image" Target="/ppt/media/image267.png" Id="Raa3757ac8c524fd0" /><Relationship Type="http://schemas.openxmlformats.org/officeDocument/2006/relationships/image" Target="/ppt/media/image268.png" Id="R6e0fb2384e0241e9" /><Relationship Type="http://schemas.openxmlformats.org/officeDocument/2006/relationships/notesSlide" Target="/ppt/notesSlides/notesSlide6.xml" Id="R2ff5c29e6a0342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1e1830bf542f0" /><Relationship Type="http://schemas.openxmlformats.org/officeDocument/2006/relationships/image" Target="/ppt/media/image269.png" Id="Rd0f13d0b026944e4" /><Relationship Type="http://schemas.openxmlformats.org/officeDocument/2006/relationships/image" Target="/ppt/media/image270.png" Id="R06c8c40dd6964b8a" /><Relationship Type="http://schemas.openxmlformats.org/officeDocument/2006/relationships/image" Target="/ppt/media/image271.png" Id="Rad0fec193a7c48ca" /><Relationship Type="http://schemas.openxmlformats.org/officeDocument/2006/relationships/image" Target="/ppt/media/image272.png" Id="R700326b21ca24877" /><Relationship Type="http://schemas.openxmlformats.org/officeDocument/2006/relationships/image" Target="/ppt/media/image273.png" Id="R112c111536694ac8" /><Relationship Type="http://schemas.openxmlformats.org/officeDocument/2006/relationships/image" Target="/ppt/media/image274.png" Id="R0b2e05ee3adf425b" /><Relationship Type="http://schemas.openxmlformats.org/officeDocument/2006/relationships/image" Target="/ppt/media/image275.png" Id="R550db53ecb574a93" /><Relationship Type="http://schemas.openxmlformats.org/officeDocument/2006/relationships/image" Target="/ppt/media/image276.png" Id="Rb6ae4f66ccd64e57" /><Relationship Type="http://schemas.openxmlformats.org/officeDocument/2006/relationships/image" Target="/ppt/media/image277.png" Id="R7e7fa42383864bbd" /><Relationship Type="http://schemas.openxmlformats.org/officeDocument/2006/relationships/image" Target="/ppt/media/image278.png" Id="R19f93768fb724a42" /><Relationship Type="http://schemas.openxmlformats.org/officeDocument/2006/relationships/image" Target="/ppt/media/image279.png" Id="R17046df142c94a4d" /><Relationship Type="http://schemas.openxmlformats.org/officeDocument/2006/relationships/image" Target="/ppt/media/image280.png" Id="R7c364c1dcbd34660" /><Relationship Type="http://schemas.openxmlformats.org/officeDocument/2006/relationships/image" Target="/ppt/media/image281.png" Id="R6360aaa235a240cf" /><Relationship Type="http://schemas.openxmlformats.org/officeDocument/2006/relationships/image" Target="/ppt/media/image282.png" Id="R777f138e089c4096" /><Relationship Type="http://schemas.openxmlformats.org/officeDocument/2006/relationships/image" Target="/ppt/media/image283.png" Id="R7bd1614381964428" /><Relationship Type="http://schemas.openxmlformats.org/officeDocument/2006/relationships/image" Target="/ppt/media/image284.png" Id="R227d215ad6994229" /><Relationship Type="http://schemas.openxmlformats.org/officeDocument/2006/relationships/image" Target="/ppt/media/image285.png" Id="Rf4f427608c24471b" /><Relationship Type="http://schemas.openxmlformats.org/officeDocument/2006/relationships/image" Target="/ppt/media/image286.png" Id="Rc55097b5d5044b2b" /><Relationship Type="http://schemas.openxmlformats.org/officeDocument/2006/relationships/image" Target="/ppt/media/image287.png" Id="Ra5e7ac4b232e43c6" /><Relationship Type="http://schemas.openxmlformats.org/officeDocument/2006/relationships/image" Target="/ppt/media/image288.png" Id="R08e80e23630e4f20" /><Relationship Type="http://schemas.openxmlformats.org/officeDocument/2006/relationships/image" Target="/ppt/media/image289.png" Id="Rdb5172b017d247b8" /><Relationship Type="http://schemas.openxmlformats.org/officeDocument/2006/relationships/image" Target="/ppt/media/image290.png" Id="R3f1a88daf3f544ce" /><Relationship Type="http://schemas.openxmlformats.org/officeDocument/2006/relationships/image" Target="/ppt/media/image291.png" Id="R7dd8fdfb74574e16" /><Relationship Type="http://schemas.openxmlformats.org/officeDocument/2006/relationships/image" Target="/ppt/media/image292.png" Id="Rd516acba571e41be" /><Relationship Type="http://schemas.openxmlformats.org/officeDocument/2006/relationships/image" Target="/ppt/media/image293.png" Id="R53e61a0b4fd94b90" /><Relationship Type="http://schemas.openxmlformats.org/officeDocument/2006/relationships/image" Target="/ppt/media/image294.png" Id="R80caf187dfad4a91" /><Relationship Type="http://schemas.openxmlformats.org/officeDocument/2006/relationships/image" Target="/ppt/media/image295.png" Id="R3cc919ec0cd8411f" /><Relationship Type="http://schemas.openxmlformats.org/officeDocument/2006/relationships/image" Target="/ppt/media/image296.png" Id="R099ced4abb4d4863" /><Relationship Type="http://schemas.openxmlformats.org/officeDocument/2006/relationships/image" Target="/ppt/media/image297.png" Id="Rdb3b3ad969cf44aa" /><Relationship Type="http://schemas.openxmlformats.org/officeDocument/2006/relationships/image" Target="/ppt/media/image298.png" Id="R8152821f720f49df" /><Relationship Type="http://schemas.openxmlformats.org/officeDocument/2006/relationships/image" Target="/ppt/media/image299.png" Id="R75b3844c95d14fe5" /><Relationship Type="http://schemas.openxmlformats.org/officeDocument/2006/relationships/image" Target="/ppt/media/image300.png" Id="R20968e36aa804be5" /><Relationship Type="http://schemas.openxmlformats.org/officeDocument/2006/relationships/image" Target="/ppt/media/image301.png" Id="R7523da22bcf84661" /><Relationship Type="http://schemas.openxmlformats.org/officeDocument/2006/relationships/image" Target="/ppt/media/image302.png" Id="R4c39cba06a844cdf" /><Relationship Type="http://schemas.openxmlformats.org/officeDocument/2006/relationships/image" Target="/ppt/media/image303.png" Id="Ra9ce181dcd8e434c" /><Relationship Type="http://schemas.openxmlformats.org/officeDocument/2006/relationships/image" Target="/ppt/media/image304.png" Id="R6300ee4246524216" /><Relationship Type="http://schemas.openxmlformats.org/officeDocument/2006/relationships/image" Target="/ppt/media/image305.png" Id="R79b1097e6c914867" /><Relationship Type="http://schemas.openxmlformats.org/officeDocument/2006/relationships/image" Target="/ppt/media/image306.png" Id="R2244e941becc4132" /><Relationship Type="http://schemas.openxmlformats.org/officeDocument/2006/relationships/image" Target="/ppt/media/image307.png" Id="R7350d8ecd8e94ba7" /><Relationship Type="http://schemas.openxmlformats.org/officeDocument/2006/relationships/image" Target="/ppt/media/image308.png" Id="R70a8ce23ab134938" /><Relationship Type="http://schemas.openxmlformats.org/officeDocument/2006/relationships/image" Target="/ppt/media/image309.png" Id="Re81d0ab5332f4655" /><Relationship Type="http://schemas.openxmlformats.org/officeDocument/2006/relationships/image" Target="/ppt/media/image310.png" Id="Rbb1e5b8bdfc24c2c" /><Relationship Type="http://schemas.openxmlformats.org/officeDocument/2006/relationships/image" Target="/ppt/media/image311.png" Id="Rda184c9447c04097" /><Relationship Type="http://schemas.openxmlformats.org/officeDocument/2006/relationships/image" Target="/ppt/media/image312.png" Id="R1ef82d008ee242dc" /><Relationship Type="http://schemas.openxmlformats.org/officeDocument/2006/relationships/image" Target="/ppt/media/image313.png" Id="R525c44c0fcc74537" /><Relationship Type="http://schemas.openxmlformats.org/officeDocument/2006/relationships/image" Target="/ppt/media/image314.png" Id="Rffc43861feb44659" /><Relationship Type="http://schemas.openxmlformats.org/officeDocument/2006/relationships/notesSlide" Target="/ppt/notesSlides/notesSlide7.xml" Id="R7d49e1424e0e48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62fd186e44523" /><Relationship Type="http://schemas.openxmlformats.org/officeDocument/2006/relationships/image" Target="/ppt/media/image.png" Id="R00ce7aab41a54194" /><Relationship Type="http://schemas.openxmlformats.org/officeDocument/2006/relationships/image" Target="/ppt/media/image2.png" Id="R9cd1ba4f885747d8" /><Relationship Type="http://schemas.openxmlformats.org/officeDocument/2006/relationships/image" Target="/ppt/media/image3.png" Id="Rbda37521cbc84410" /><Relationship Type="http://schemas.openxmlformats.org/officeDocument/2006/relationships/image" Target="/ppt/media/image4.png" Id="Rcbc0cc1d0f0145ab" /><Relationship Type="http://schemas.openxmlformats.org/officeDocument/2006/relationships/image" Target="/ppt/media/image5.png" Id="R245899faaa094b0f" /><Relationship Type="http://schemas.openxmlformats.org/officeDocument/2006/relationships/image" Target="/ppt/media/image6.png" Id="Rd39e67f7a76d4df1" /><Relationship Type="http://schemas.openxmlformats.org/officeDocument/2006/relationships/image" Target="/ppt/media/image7.png" Id="Rda0e8483c10a41a8" /><Relationship Type="http://schemas.openxmlformats.org/officeDocument/2006/relationships/image" Target="/ppt/media/image8.png" Id="R8b8077352d884c9a" /><Relationship Type="http://schemas.openxmlformats.org/officeDocument/2006/relationships/image" Target="/ppt/media/image9.png" Id="Rde605a39ac6b4486" /><Relationship Type="http://schemas.openxmlformats.org/officeDocument/2006/relationships/image" Target="/ppt/media/image10.png" Id="R724f8241bc8e408d" /><Relationship Type="http://schemas.openxmlformats.org/officeDocument/2006/relationships/image" Target="/ppt/media/image11.png" Id="R34a217d396794255" /><Relationship Type="http://schemas.openxmlformats.org/officeDocument/2006/relationships/image" Target="/ppt/media/image12.png" Id="R07e85276a64f4292" /><Relationship Type="http://schemas.openxmlformats.org/officeDocument/2006/relationships/image" Target="/ppt/media/image13.png" Id="R691a9ad409c948c3" /><Relationship Type="http://schemas.openxmlformats.org/officeDocument/2006/relationships/image" Target="/ppt/media/image14.png" Id="R69eea1dde5bf48ed" /><Relationship Type="http://schemas.openxmlformats.org/officeDocument/2006/relationships/image" Target="/ppt/media/image15.png" Id="Rf834455451304c99" /><Relationship Type="http://schemas.openxmlformats.org/officeDocument/2006/relationships/image" Target="/ppt/media/image16.png" Id="Rb0a8842414804142" /><Relationship Type="http://schemas.openxmlformats.org/officeDocument/2006/relationships/image" Target="/ppt/media/image17.png" Id="R9cec62018f5c46e3" /><Relationship Type="http://schemas.openxmlformats.org/officeDocument/2006/relationships/image" Target="/ppt/media/image18.png" Id="Re37e883413e148e4" /><Relationship Type="http://schemas.openxmlformats.org/officeDocument/2006/relationships/image" Target="/ppt/media/image19.png" Id="R85d534066e7f4f5e" /><Relationship Type="http://schemas.openxmlformats.org/officeDocument/2006/relationships/image" Target="/ppt/media/image20.png" Id="Rd6f84b1d65d44125" /><Relationship Type="http://schemas.openxmlformats.org/officeDocument/2006/relationships/image" Target="/ppt/media/image21.png" Id="Ra3ecc08401c54368" /><Relationship Type="http://schemas.openxmlformats.org/officeDocument/2006/relationships/image" Target="/ppt/media/image22.png" Id="R2c28063d291c4b41" /><Relationship Type="http://schemas.openxmlformats.org/officeDocument/2006/relationships/image" Target="/ppt/media/image23.png" Id="Rb4d72dc5933f4ff0" /><Relationship Type="http://schemas.openxmlformats.org/officeDocument/2006/relationships/image" Target="/ppt/media/image24.png" Id="Rb318c78d8dfd43bc" /><Relationship Type="http://schemas.openxmlformats.org/officeDocument/2006/relationships/image" Target="/ppt/media/image25.png" Id="R2429d6e905334a63" /><Relationship Type="http://schemas.openxmlformats.org/officeDocument/2006/relationships/image" Target="/ppt/media/image26.png" Id="Ra37ce03e3d754cb6" /><Relationship Type="http://schemas.openxmlformats.org/officeDocument/2006/relationships/image" Target="/ppt/media/image27.png" Id="R949617da1a404f39" /><Relationship Type="http://schemas.openxmlformats.org/officeDocument/2006/relationships/image" Target="/ppt/media/image28.png" Id="Rd5d92f72ee18467f" /><Relationship Type="http://schemas.openxmlformats.org/officeDocument/2006/relationships/image" Target="/ppt/media/image315.png" Id="Rc542ba3971914910" /><Relationship Type="http://schemas.openxmlformats.org/officeDocument/2006/relationships/image" Target="/ppt/media/image30.png" Id="R294852c6abe643d8" /><Relationship Type="http://schemas.openxmlformats.org/officeDocument/2006/relationships/image" Target="/ppt/media/image31.png" Id="R44292eaa555146c2" /><Relationship Type="http://schemas.openxmlformats.org/officeDocument/2006/relationships/image" Target="/ppt/media/image32.png" Id="Rf89eb9818bfb44d4" /><Relationship Type="http://schemas.openxmlformats.org/officeDocument/2006/relationships/image" Target="/ppt/media/image33.png" Id="Rfcaefba7f4594687" /><Relationship Type="http://schemas.openxmlformats.org/officeDocument/2006/relationships/image" Target="/ppt/media/image34.png" Id="R0cfc03e972944e2f" /><Relationship Type="http://schemas.openxmlformats.org/officeDocument/2006/relationships/image" Target="/ppt/media/image35.png" Id="R635c69afe33d43c7" /><Relationship Type="http://schemas.openxmlformats.org/officeDocument/2006/relationships/image" Target="/ppt/media/image36.png" Id="R6bc1bbb106a84804" /><Relationship Type="http://schemas.openxmlformats.org/officeDocument/2006/relationships/image" Target="/ppt/media/image37.png" Id="R9fe346b1c3f9433a" /><Relationship Type="http://schemas.openxmlformats.org/officeDocument/2006/relationships/image" Target="/ppt/media/image38.png" Id="Rb79f4d0eb1224b2c" /><Relationship Type="http://schemas.openxmlformats.org/officeDocument/2006/relationships/image" Target="/ppt/media/image39.png" Id="R0b8431aab25d4b52" /><Relationship Type="http://schemas.openxmlformats.org/officeDocument/2006/relationships/image" Target="/ppt/media/image40.png" Id="R4e4affcfa0744460" /><Relationship Type="http://schemas.openxmlformats.org/officeDocument/2006/relationships/image" Target="/ppt/media/image41.png" Id="R83d867f48c324b3c" /><Relationship Type="http://schemas.openxmlformats.org/officeDocument/2006/relationships/image" Target="/ppt/media/image42.png" Id="Rd91ddfe095464289" /><Relationship Type="http://schemas.openxmlformats.org/officeDocument/2006/relationships/image" Target="/ppt/media/image316.png" Id="R120fe867d1974f52" /><Relationship Type="http://schemas.openxmlformats.org/officeDocument/2006/relationships/notesSlide" Target="/ppt/notesSlides/notesSlide8.xml" Id="R5f03aade166847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42B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2F269FA-31B5-4D67-A6B8-3FE0DDE1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1950"/>
            <a:ext cx="3757613" cy="2724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CE49D8-A9E2-4593-8066-0189C106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1950"/>
            <a:ext cx="1781175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0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c85e6694d44c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28625" y="476250"/>
            <a:ext cx="1095375" cy="3048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93C268F-AF8C-41D3-B993-34A02BEF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19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0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d239577004a1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28269" y="616577"/>
            <a:ext cx="15679" cy="22578"/>
          </a:xfrm>
          <a:prstGeom xmlns:a="http://schemas.openxmlformats.org/drawingml/2006/main" prst="rect">
            <a:avLst/>
          </a:prstGeom>
        </p:spPr>
      </p:pic>
      <p:pic>
        <p:nvPicPr>
          <p:cNvPr id="10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cec3b85b2474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46143" y="607483"/>
            <a:ext cx="16306" cy="38884"/>
          </a:xfrm>
          <a:prstGeom xmlns:a="http://schemas.openxmlformats.org/drawingml/2006/main" prst="rect">
            <a:avLst/>
          </a:prstGeom>
        </p:spPr>
      </p:pic>
      <p:pic>
        <p:nvPicPr>
          <p:cNvPr id="10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23f08788540c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64331" y="616577"/>
            <a:ext cx="15365" cy="22578"/>
          </a:xfrm>
          <a:prstGeom xmlns:a="http://schemas.openxmlformats.org/drawingml/2006/main" prst="rect">
            <a:avLst/>
          </a:prstGeom>
        </p:spPr>
      </p:pic>
      <p:pic>
        <p:nvPicPr>
          <p:cNvPr id="10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f314e644f4e7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05877" y="616577"/>
            <a:ext cx="15993" cy="22578"/>
          </a:xfrm>
          <a:prstGeom xmlns:a="http://schemas.openxmlformats.org/drawingml/2006/main" prst="rect">
            <a:avLst/>
          </a:prstGeom>
        </p:spPr>
      </p:pic>
      <p:pic>
        <p:nvPicPr>
          <p:cNvPr id="10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23f08788540c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41938" y="616577"/>
            <a:ext cx="15365" cy="22578"/>
          </a:xfrm>
          <a:prstGeom xmlns:a="http://schemas.openxmlformats.org/drawingml/2006/main" prst="rect">
            <a:avLst/>
          </a:prstGeom>
        </p:spPr>
      </p:pic>
      <p:pic>
        <p:nvPicPr>
          <p:cNvPr id="11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5129f6d7048b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85180" y="370730"/>
            <a:ext cx="515526" cy="515526"/>
          </a:xfrm>
          <a:prstGeom xmlns:a="http://schemas.openxmlformats.org/drawingml/2006/main" prst="rect">
            <a:avLst/>
          </a:prstGeom>
        </p:spPr>
      </p:pic>
      <p:pic>
        <p:nvPicPr>
          <p:cNvPr id="11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74ff60be84d1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78682" y="588551"/>
            <a:ext cx="24623" cy="15979"/>
          </a:xfrm>
          <a:prstGeom xmlns:a="http://schemas.openxmlformats.org/drawingml/2006/main" prst="rect">
            <a:avLst/>
          </a:prstGeom>
        </p:spPr>
      </p:pic>
      <p:pic>
        <p:nvPicPr>
          <p:cNvPr id="112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921a34ac34dc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73359" y="599612"/>
            <a:ext cx="23871" cy="11079"/>
          </a:xfrm>
          <a:prstGeom xmlns:a="http://schemas.openxmlformats.org/drawingml/2006/main" prst="rect">
            <a:avLst/>
          </a:prstGeom>
        </p:spPr>
      </p:pic>
      <p:pic>
        <p:nvPicPr>
          <p:cNvPr id="113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7f586c3254c7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1183" y="584015"/>
            <a:ext cx="9399" cy="10095"/>
          </a:xfrm>
          <a:prstGeom xmlns:a="http://schemas.openxmlformats.org/drawingml/2006/main" prst="rect">
            <a:avLst/>
          </a:prstGeom>
        </p:spPr>
      </p:pic>
      <p:pic>
        <p:nvPicPr>
          <p:cNvPr id="114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ab535a85e422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26951" y="672394"/>
            <a:ext cx="11916" cy="14425"/>
          </a:xfrm>
          <a:prstGeom xmlns:a="http://schemas.openxmlformats.org/drawingml/2006/main" prst="rect">
            <a:avLst/>
          </a:prstGeom>
        </p:spPr>
      </p:pic>
      <p:pic>
        <p:nvPicPr>
          <p:cNvPr id="115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ea886ade841c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62072" y="673022"/>
            <a:ext cx="10035" cy="13484"/>
          </a:xfrm>
          <a:prstGeom xmlns:a="http://schemas.openxmlformats.org/drawingml/2006/main" prst="rect">
            <a:avLst/>
          </a:prstGeom>
        </p:spPr>
      </p:pic>
      <p:pic>
        <p:nvPicPr>
          <p:cNvPr id="116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745e52b4a4b5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26951" y="648876"/>
            <a:ext cx="11916" cy="17625"/>
          </a:xfrm>
          <a:prstGeom xmlns:a="http://schemas.openxmlformats.org/drawingml/2006/main" prst="rect">
            <a:avLst/>
          </a:prstGeom>
        </p:spPr>
      </p:pic>
      <p:pic>
        <p:nvPicPr>
          <p:cNvPr id="117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16a58f9c941b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44825" y="672708"/>
            <a:ext cx="10975" cy="14111"/>
          </a:xfrm>
          <a:prstGeom xmlns:a="http://schemas.openxmlformats.org/drawingml/2006/main" prst="rect">
            <a:avLst/>
          </a:prstGeom>
        </p:spPr>
      </p:pic>
      <p:pic>
        <p:nvPicPr>
          <p:cNvPr id="118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745e52b4a4b5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45138" y="650757"/>
            <a:ext cx="10975" cy="16057"/>
          </a:xfrm>
          <a:prstGeom xmlns:a="http://schemas.openxmlformats.org/drawingml/2006/main" prst="rect">
            <a:avLst/>
          </a:prstGeom>
        </p:spPr>
      </p:pic>
      <p:pic>
        <p:nvPicPr>
          <p:cNvPr id="119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7782005374b0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64953" y="619353"/>
            <a:ext cx="19320" cy="5739"/>
          </a:xfrm>
          <a:prstGeom xmlns:a="http://schemas.openxmlformats.org/drawingml/2006/main" prst="rect">
            <a:avLst/>
          </a:prstGeom>
        </p:spPr>
      </p:pic>
      <p:pic>
        <p:nvPicPr>
          <p:cNvPr id="120" name="Im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efd91224144e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26010" y="628807"/>
            <a:ext cx="15679" cy="5017"/>
          </a:xfrm>
          <a:prstGeom xmlns:a="http://schemas.openxmlformats.org/drawingml/2006/main" prst="rect">
            <a:avLst/>
          </a:prstGeom>
        </p:spPr>
      </p:pic>
      <p:pic>
        <p:nvPicPr>
          <p:cNvPr id="121" name="Imag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a7eedfc514ba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70846" y="714849"/>
            <a:ext cx="36762" cy="7590"/>
          </a:xfrm>
          <a:prstGeom xmlns:a="http://schemas.openxmlformats.org/drawingml/2006/main" prst="rect">
            <a:avLst/>
          </a:prstGeom>
        </p:spPr>
      </p:pic>
      <p:pic>
        <p:nvPicPr>
          <p:cNvPr id="122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89cd5a673494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02089" y="736780"/>
            <a:ext cx="51611" cy="10049"/>
          </a:xfrm>
          <a:prstGeom xmlns:a="http://schemas.openxmlformats.org/drawingml/2006/main" prst="rect">
            <a:avLst/>
          </a:prstGeom>
        </p:spPr>
      </p:pic>
      <p:pic>
        <p:nvPicPr>
          <p:cNvPr id="123" name="Imag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150910b5e46f8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1930137" y="725097"/>
            <a:ext cx="46661" cy="9229"/>
          </a:xfrm>
          <a:prstGeom xmlns:a="http://schemas.openxmlformats.org/drawingml/2006/main" prst="rect">
            <a:avLst/>
          </a:prstGeom>
        </p:spPr>
      </p:pic>
      <p:pic>
        <p:nvPicPr>
          <p:cNvPr id="124" name="Imag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d3facc37f416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74237" y="459787"/>
            <a:ext cx="337412" cy="337412"/>
          </a:xfrm>
          <a:prstGeom xmlns:a="http://schemas.openxmlformats.org/drawingml/2006/main" prst="rect">
            <a:avLst/>
          </a:prstGeom>
        </p:spPr>
      </p:pic>
      <p:pic>
        <p:nvPicPr>
          <p:cNvPr id="125" name="Imag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1ec70f2fb4c9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14408" y="607797"/>
            <a:ext cx="11602" cy="8153"/>
          </a:xfrm>
          <a:prstGeom xmlns:a="http://schemas.openxmlformats.org/drawingml/2006/main" prst="rect">
            <a:avLst/>
          </a:prstGeom>
        </p:spPr>
      </p:pic>
      <p:pic>
        <p:nvPicPr>
          <p:cNvPr id="126" name="Imag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e2c713df64a4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26951" y="604348"/>
            <a:ext cx="15679" cy="5644"/>
          </a:xfrm>
          <a:prstGeom xmlns:a="http://schemas.openxmlformats.org/drawingml/2006/main" prst="rect">
            <a:avLst/>
          </a:prstGeom>
        </p:spPr>
      </p:pic>
      <p:pic>
        <p:nvPicPr>
          <p:cNvPr id="127" name="Imag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cc32429104ce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25069" y="607797"/>
            <a:ext cx="15365" cy="5331"/>
          </a:xfrm>
          <a:prstGeom xmlns:a="http://schemas.openxmlformats.org/drawingml/2006/main" prst="rect">
            <a:avLst/>
          </a:prstGeom>
        </p:spPr>
      </p:pic>
      <p:pic>
        <p:nvPicPr>
          <p:cNvPr id="128" name="Imag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774f42a1d49a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18106" y="674903"/>
            <a:ext cx="60521" cy="59267"/>
          </a:xfrm>
          <a:prstGeom xmlns:a="http://schemas.openxmlformats.org/drawingml/2006/main" prst="rect">
            <a:avLst/>
          </a:prstGeom>
        </p:spPr>
      </p:pic>
      <p:pic>
        <p:nvPicPr>
          <p:cNvPr id="129" name="Imag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306aa8c47428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47583" y="727585"/>
            <a:ext cx="64911" cy="64598"/>
          </a:xfrm>
          <a:prstGeom xmlns:a="http://schemas.openxmlformats.org/drawingml/2006/main" prst="rect">
            <a:avLst/>
          </a:prstGeom>
        </p:spPr>
      </p:pic>
      <p:pic>
        <p:nvPicPr>
          <p:cNvPr id="130" name="Imag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be4392a3243b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4933" y="771172"/>
            <a:ext cx="63971" cy="64284"/>
          </a:xfrm>
          <a:prstGeom xmlns:a="http://schemas.openxmlformats.org/drawingml/2006/main" prst="rect">
            <a:avLst/>
          </a:prstGeom>
        </p:spPr>
      </p:pic>
      <p:pic>
        <p:nvPicPr>
          <p:cNvPr id="131" name="Imag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e4627733c473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58783" y="805965"/>
            <a:ext cx="52923" cy="49575"/>
          </a:xfrm>
          <a:prstGeom xmlns:a="http://schemas.openxmlformats.org/drawingml/2006/main" prst="rect">
            <a:avLst/>
          </a:prstGeom>
        </p:spPr>
      </p:pic>
      <p:pic>
        <p:nvPicPr>
          <p:cNvPr id="132" name="Imag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a88d9a6d24cc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26323" y="815387"/>
            <a:ext cx="45156" cy="47978"/>
          </a:xfrm>
          <a:prstGeom xmlns:a="http://schemas.openxmlformats.org/drawingml/2006/main" prst="rect">
            <a:avLst/>
          </a:prstGeom>
        </p:spPr>
      </p:pic>
      <p:pic>
        <p:nvPicPr>
          <p:cNvPr id="133" name="Imag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9b2fe34e74e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86297" y="803852"/>
            <a:ext cx="51894" cy="49724"/>
          </a:xfrm>
          <a:prstGeom xmlns:a="http://schemas.openxmlformats.org/drawingml/2006/main" prst="rect">
            <a:avLst/>
          </a:prstGeom>
        </p:spPr>
      </p:pic>
      <p:pic>
        <p:nvPicPr>
          <p:cNvPr id="134" name="Imag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a1f4993c44aa1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2040467" y="768350"/>
            <a:ext cx="58639" cy="66165"/>
          </a:xfrm>
          <a:prstGeom xmlns:a="http://schemas.openxmlformats.org/drawingml/2006/main" prst="rect">
            <a:avLst/>
          </a:prstGeom>
        </p:spPr>
      </p:pic>
      <p:pic>
        <p:nvPicPr>
          <p:cNvPr id="135" name="Imag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64d1f1b844a3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80919" y="723508"/>
            <a:ext cx="64911" cy="64284"/>
          </a:xfrm>
          <a:prstGeom xmlns:a="http://schemas.openxmlformats.org/drawingml/2006/main" prst="rect">
            <a:avLst/>
          </a:prstGeom>
        </p:spPr>
      </p:pic>
      <p:pic>
        <p:nvPicPr>
          <p:cNvPr id="136" name="Imag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ebdbbf58a49a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19195" y="674903"/>
            <a:ext cx="49918" cy="49988"/>
          </a:xfrm>
          <a:prstGeom xmlns:a="http://schemas.openxmlformats.org/drawingml/2006/main" prst="rect">
            <a:avLst/>
          </a:prstGeom>
        </p:spPr>
      </p:pic>
      <p:pic>
        <p:nvPicPr>
          <p:cNvPr id="137" name="Imag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6900da8f5400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14657" y="527520"/>
            <a:ext cx="50843" cy="58012"/>
          </a:xfrm>
          <a:prstGeom xmlns:a="http://schemas.openxmlformats.org/drawingml/2006/main" prst="rect">
            <a:avLst/>
          </a:prstGeom>
        </p:spPr>
      </p:pic>
      <p:pic>
        <p:nvPicPr>
          <p:cNvPr id="138" name="Imag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6724e07cb410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37548" y="478288"/>
            <a:ext cx="64284" cy="63657"/>
          </a:xfrm>
          <a:prstGeom xmlns:a="http://schemas.openxmlformats.org/drawingml/2006/main" prst="rect">
            <a:avLst/>
          </a:prstGeom>
        </p:spPr>
      </p:pic>
      <p:pic>
        <p:nvPicPr>
          <p:cNvPr id="139" name="Imag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68df0ef0d4e9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76119" y="434074"/>
            <a:ext cx="64911" cy="65225"/>
          </a:xfrm>
          <a:prstGeom xmlns:a="http://schemas.openxmlformats.org/drawingml/2006/main" prst="rect">
            <a:avLst/>
          </a:prstGeom>
        </p:spPr>
      </p:pic>
      <p:pic>
        <p:nvPicPr>
          <p:cNvPr id="140" name="Imag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3225226ec4a1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27232" y="411587"/>
            <a:ext cx="54406" cy="55412"/>
          </a:xfrm>
          <a:prstGeom xmlns:a="http://schemas.openxmlformats.org/drawingml/2006/main" prst="rect">
            <a:avLst/>
          </a:prstGeom>
        </p:spPr>
      </p:pic>
      <p:pic>
        <p:nvPicPr>
          <p:cNvPr id="141" name="Imag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fb052004b475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81795" y="393935"/>
            <a:ext cx="46410" cy="53622"/>
          </a:xfrm>
          <a:prstGeom xmlns:a="http://schemas.openxmlformats.org/drawingml/2006/main" prst="rect">
            <a:avLst/>
          </a:prstGeom>
        </p:spPr>
      </p:pic>
      <p:pic>
        <p:nvPicPr>
          <p:cNvPr id="142" name="Imag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43d7383304b2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33222" y="392994"/>
            <a:ext cx="43588" cy="47664"/>
          </a:xfrm>
          <a:prstGeom xmlns:a="http://schemas.openxmlformats.org/drawingml/2006/main" prst="rect">
            <a:avLst/>
          </a:prstGeom>
        </p:spPr>
      </p:pic>
      <p:pic>
        <p:nvPicPr>
          <p:cNvPr id="143" name="Imag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21abf9b1840a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82283" y="402482"/>
            <a:ext cx="50031" cy="49265"/>
          </a:xfrm>
          <a:prstGeom xmlns:a="http://schemas.openxmlformats.org/drawingml/2006/main" prst="rect">
            <a:avLst/>
          </a:prstGeom>
        </p:spPr>
      </p:pic>
      <p:pic>
        <p:nvPicPr>
          <p:cNvPr id="144" name="Image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0ac62943242b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24160" y="416199"/>
            <a:ext cx="63343" cy="63970"/>
          </a:xfrm>
          <a:prstGeom xmlns:a="http://schemas.openxmlformats.org/drawingml/2006/main" prst="rect">
            <a:avLst/>
          </a:prstGeom>
        </p:spPr>
      </p:pic>
      <p:pic>
        <p:nvPicPr>
          <p:cNvPr id="145" name="Imag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82b0559ae427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75274" y="449439"/>
            <a:ext cx="53309" cy="52995"/>
          </a:xfrm>
          <a:prstGeom xmlns:a="http://schemas.openxmlformats.org/drawingml/2006/main" prst="rect">
            <a:avLst/>
          </a:prstGeom>
        </p:spPr>
      </p:pic>
      <p:pic>
        <p:nvPicPr>
          <p:cNvPr id="146" name="Imag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169125b55412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96598" y="491459"/>
            <a:ext cx="59580" cy="56758"/>
          </a:xfrm>
          <a:prstGeom xmlns:a="http://schemas.openxmlformats.org/drawingml/2006/main" prst="rect">
            <a:avLst/>
          </a:prstGeom>
        </p:spPr>
      </p:pic>
      <p:pic>
        <p:nvPicPr>
          <p:cNvPr id="147" name="Image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6cfca7465443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21371" y="534419"/>
            <a:ext cx="53622" cy="43274"/>
          </a:xfrm>
          <a:prstGeom xmlns:a="http://schemas.openxmlformats.org/drawingml/2006/main" prst="rect">
            <a:avLst/>
          </a:prstGeom>
        </p:spPr>
      </p:pic>
      <p:sp>
        <p:nvSpPr>
          <p:cNvPr id="49" name="Shape 3">
            <a:extLst xmlns:a="http://schemas.openxmlformats.org/drawingml/2006/main">
              <a:ext uri="{FF2B5EF4-FFF2-40B4-BE49-F238E27FC236}">
                <a16:creationId xmlns:a16="http://schemas.microsoft.com/office/drawing/2014/main" id="{3F6D19D8-8767-4ACA-85CC-D4596F71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3757613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0" name="Text 4">
            <a:extLst xmlns:a="http://schemas.openxmlformats.org/drawingml/2006/main">
              <a:ext uri="{FF2B5EF4-FFF2-40B4-BE49-F238E27FC236}">
                <a16:creationId xmlns:a16="http://schemas.microsoft.com/office/drawing/2014/main" id="{DB7851C0-B8D4-431D-ABD1-038BBC71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3757613" cy="11477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5322"/>
              </a:lnSpc>
              <a:buNone/>
            </a:pPr>
            <a:r>
              <a:rPr sz="5914" b="1">
                <a:solidFill>
                  <a:srgbClr val="FFFFFF">
                    <a:alpha val="99000"/>
                  </a:srgbClr>
                </a:solidFill>
                <a:latin typeface="Golos"/>
                <a:ea typeface="Golos"/>
                <a:cs typeface="Golos"/>
              </a:rPr>
              <a:t>PostCode</a:t>
            </a:r>
            <a:r>
              <a:rPr sz="4952">
                <a:solidFill>
                  <a:srgbClr val="FFFFFF">
                    <a:alpha val="99000"/>
                  </a:srgbClr>
                </a:solidFill>
                <a:latin typeface="Golos"/>
                <a:ea typeface="Golos"/>
                <a:cs typeface="Golos"/>
              </a:rPr>
              <a:t> Challenge</a:t>
            </a:r>
            <a:endParaRPr sz="5914"/>
          </a:p>
        </p:txBody>
      </p:sp>
      <p:sp>
        <p:nvSpPr>
          <p:cNvPr id="51" name="Text 5">
            <a:extLst xmlns:a="http://schemas.openxmlformats.org/drawingml/2006/main">
              <a:ext uri="{FF2B5EF4-FFF2-40B4-BE49-F238E27FC236}">
                <a16:creationId xmlns:a16="http://schemas.microsoft.com/office/drawing/2014/main" id="{A194D0A7-01E7-406A-AC8E-B152B475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33675"/>
            <a:ext cx="3757613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776"/>
              </a:lnSpc>
              <a:buNone/>
            </a:pPr>
            <a:r>
              <a:rPr sz="3776">
                <a:solidFill>
                  <a:srgbClr val="FFFFFF">
                    <a:alpha val="99000"/>
                  </a:srgbClr>
                </a:solidFill>
                <a:latin typeface="Golos"/>
                <a:ea typeface="Golos"/>
                <a:cs typeface="Golos"/>
              </a:rPr>
              <a:t>от </a:t>
            </a:r>
            <a:r>
              <a:rPr sz="3776" b="1">
                <a:solidFill>
                  <a:srgbClr val="FFFFFF">
                    <a:alpha val="99000"/>
                  </a:srgbClr>
                </a:solidFill>
                <a:latin typeface="Golos"/>
                <a:ea typeface="Golos"/>
                <a:cs typeface="Golos"/>
              </a:rPr>
              <a:t>Почтатеха</a:t>
            </a:r>
            <a:endParaRPr sz="3776"/>
          </a:p>
        </p:txBody>
      </p:sp>
      <p:pic>
        <p:nvPicPr>
          <p:cNvPr id="151" name="Imag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25ad08fbf46c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33875" y="1238250"/>
            <a:ext cx="4695825" cy="3509963"/>
          </a:xfrm>
          <a:prstGeom xmlns:a="http://schemas.openxmlformats.org/drawingml/2006/main" prst="rect">
            <a:avLst/>
          </a:prstGeom>
        </p:spPr>
      </p:pic>
      <p:sp>
        <p:nvSpPr>
          <p:cNvPr id="53" name="Shape 6">
            <a:extLst xmlns:a="http://schemas.openxmlformats.org/drawingml/2006/main">
              <a:ext uri="{FF2B5EF4-FFF2-40B4-BE49-F238E27FC236}">
                <a16:creationId xmlns:a16="http://schemas.microsoft.com/office/drawing/2014/main" id="{8211333C-5FC4-429A-9931-468691F4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81375"/>
            <a:ext cx="3943350" cy="1143000"/>
          </a:xfrm>
          <a:prstGeom xmlns:a="http://schemas.openxmlformats.org/drawingml/2006/main" prst="roundRect">
            <a:avLst>
              <a:gd name="adj" fmla="val 64000"/>
            </a:avLst>
          </a:prstGeom>
          <a:solidFill xmlns:a="http://schemas.openxmlformats.org/drawingml/2006/main">
            <a:srgbClr val="2942BB">
              <a:alpha val="40000"/>
            </a:srgbClr>
          </a:solidFill>
          <a:ln xmlns:a="http://schemas.openxmlformats.org/drawingml/2006/main" w="4524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4" name="Text 7">
            <a:extLst xmlns:a="http://schemas.openxmlformats.org/drawingml/2006/main">
              <a:ext uri="{FF2B5EF4-FFF2-40B4-BE49-F238E27FC236}">
                <a16:creationId xmlns:a16="http://schemas.microsoft.com/office/drawing/2014/main" id="{0515AE81-B58B-4F2A-916B-BDC502FC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900"/>
              </a:lnSpc>
              <a:buNone/>
              <a:defRPr sz="2250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2250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королевскийбумбет</a:t>
            </a:r>
            <a:endParaRPr sz="2636"/>
          </a:p>
        </p:txBody>
      </p:sp>
      <p:sp>
        <p:nvSpPr>
          <p:cNvPr id="55" name="Text 8">
            <a:extLst xmlns:a="http://schemas.openxmlformats.org/drawingml/2006/main">
              <a:ext uri="{FF2B5EF4-FFF2-40B4-BE49-F238E27FC236}">
                <a16:creationId xmlns:a16="http://schemas.microsoft.com/office/drawing/2014/main" id="{7B6A022F-6B03-4EB8-BBDD-15291024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116"/>
              </a:lnSpc>
              <a:buNone/>
              <a:defRPr sz="1425" b="0">
                <a:solidFill>
                  <a:srgbClr val="ECEDF2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ECEDF2"/>
                </a:solidFill>
                <a:latin typeface="Golos"/>
                <a:ea typeface="Golos"/>
                <a:cs typeface="Golos"/>
              </a:rPr>
              <a:t>Оценка загрузки по фотографии</a:t>
            </a:r>
            <a:endParaRPr sz="1924"/>
          </a:p>
        </p:txBody>
      </p:sp>
    </p:spTree>
    <p:extLst>
      <p:ext uri="{BB962C8B-B14F-4D97-AF65-F5344CB8AC3E}">
        <p14:creationId xmlns:p14="http://schemas.microsoft.com/office/powerpoint/2010/main" val="2060910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942B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F6A4AB-6C7F-422A-96B6-321A5854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3375"/>
            <a:ext cx="2005013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565"/>
              </a:lnSpc>
              <a:buNone/>
            </a:pPr>
            <a:r>
              <a:rPr sz="2850">
                <a:solidFill>
                  <a:srgbClr val="FFFFFF">
                    <a:alpha val="99000"/>
                  </a:srgbClr>
                </a:solidFill>
                <a:latin typeface="Golos"/>
                <a:ea typeface="Golos"/>
                <a:cs typeface="Golos"/>
              </a:rPr>
              <a:t>Участники</a:t>
            </a:r>
            <a:endParaRPr sz="28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CC942F-0305-4953-9897-3D20C098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0500"/>
            <a:ext cx="1781175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B30DF68-E102-4DFE-B957-66D39B4B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237F627-A29F-4A87-8B70-CE0C923B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2762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F457A21-BD5D-4C25-B90E-50EE30DA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90675"/>
            <a:ext cx="2228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4650" b="1">
                <a:solidFill>
                  <a:srgbClr val="2942BB"/>
                </a:solidFill>
                <a:latin typeface="Golos"/>
                <a:ea typeface="Golos"/>
                <a:cs typeface="Golos"/>
              </a:rPr>
              <a:t>БК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DF72A85-0AAE-45A5-AC68-78A9DD7D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85875"/>
            <a:ext cx="2762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58FFC55-2083-4F57-A41B-2A0E4170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90675"/>
            <a:ext cx="2228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4650" b="1">
                <a:solidFill>
                  <a:srgbClr val="2942BB"/>
                </a:solidFill>
                <a:latin typeface="Golos"/>
                <a:ea typeface="Golos"/>
                <a:cs typeface="Golos"/>
              </a:rPr>
              <a:t>РА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5574646-0920-4E78-AC91-FE3E54E8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950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Камалов Булат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09132F3-23EF-4B11-888D-3F3CC745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3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Участник команды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D8457B-5B8E-4C7D-B8BA-367E8049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146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950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Азизмурадов Ринат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B19753F-C4E2-4E9D-A97D-1D479B0D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528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3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Участник команды</a:t>
            </a:r>
          </a:p>
        </p:txBody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070f47bb642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72325" y="304800"/>
            <a:ext cx="1095375" cy="304800"/>
          </a:xfrm>
          <a:prstGeom xmlns:a="http://schemas.openxmlformats.org/drawingml/2006/main" prst="rect">
            <a:avLst/>
          </a:prstGeom>
        </p:spPr>
      </p:pic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7e3e7cdb1429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71966" y="445103"/>
            <a:ext cx="15716" cy="22574"/>
          </a:xfrm>
          <a:prstGeom xmlns:a="http://schemas.openxmlformats.org/drawingml/2006/main" prst="rect">
            <a:avLst/>
          </a:prstGeom>
        </p:spPr>
      </p:pic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dd2affa2c417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89873" y="436055"/>
            <a:ext cx="16288" cy="38862"/>
          </a:xfrm>
          <a:prstGeom xmlns:a="http://schemas.openxmlformats.org/drawingml/2006/main" prst="rect">
            <a:avLst/>
          </a:prstGeom>
        </p:spPr>
      </p:pic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8c7e84b134d4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08066" y="445103"/>
            <a:ext cx="15335" cy="22574"/>
          </a:xfrm>
          <a:prstGeom xmlns:a="http://schemas.openxmlformats.org/drawingml/2006/main" prst="rect">
            <a:avLst/>
          </a:prstGeom>
        </p:spPr>
      </p:pic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fe6d49d0a4fe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49532" y="445103"/>
            <a:ext cx="16002" cy="22574"/>
          </a:xfrm>
          <a:prstGeom xmlns:a="http://schemas.openxmlformats.org/drawingml/2006/main" prst="rect">
            <a:avLst/>
          </a:prstGeom>
        </p:spPr>
      </p:pic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085211b134d1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5632" y="445103"/>
            <a:ext cx="15335" cy="22574"/>
          </a:xfrm>
          <a:prstGeom xmlns:a="http://schemas.openxmlformats.org/drawingml/2006/main" prst="rect">
            <a:avLst/>
          </a:prstGeom>
        </p:spPr>
      </p:pic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964b5121c4eb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8863" y="199263"/>
            <a:ext cx="515493" cy="515493"/>
          </a:xfrm>
          <a:prstGeom xmlns:a="http://schemas.openxmlformats.org/drawingml/2006/main" prst="rect">
            <a:avLst/>
          </a:prstGeom>
        </p:spPr>
      </p:pic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cf5d848fe46c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22411" y="417100"/>
            <a:ext cx="24670" cy="16002"/>
          </a:xfrm>
          <a:prstGeom xmlns:a="http://schemas.openxmlformats.org/drawingml/2006/main" prst="rect">
            <a:avLst/>
          </a:prstGeom>
        </p:spPr>
      </p:pic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485d5601c473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17077" y="428149"/>
            <a:ext cx="23908" cy="11049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1f071bc36436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44890" y="412528"/>
            <a:ext cx="9430" cy="10097"/>
          </a:xfrm>
          <a:prstGeom xmlns:a="http://schemas.openxmlformats.org/drawingml/2006/main" prst="rect">
            <a:avLst/>
          </a:prstGeom>
        </p:spPr>
      </p:pic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71f71f52248f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500920"/>
            <a:ext cx="11906" cy="14383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022d7d15c44d0"/>
          <a:srcRect xmlns:a="http://schemas.openxmlformats.org/drawingml/2006/main" l="0" t="0" r="10" b="0"/>
          <a:stretch xmlns:a="http://schemas.openxmlformats.org/drawingml/2006/main"/>
        </p:blipFill>
        <p:spPr>
          <a:xfrm xmlns:a="http://schemas.openxmlformats.org/drawingml/2006/main">
            <a:off x="8705755" y="501586"/>
            <a:ext cx="10001" cy="13526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aaaed2823485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477393"/>
            <a:ext cx="11906" cy="17621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641c2a2004a0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8515" y="501301"/>
            <a:ext cx="10954" cy="14097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7aadbbe09448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8800" y="479298"/>
            <a:ext cx="10954" cy="16097"/>
          </a:xfrm>
          <a:prstGeom xmlns:a="http://schemas.openxmlformats.org/drawingml/2006/main" prst="rect">
            <a:avLst/>
          </a:prstGeom>
        </p:spPr>
      </p:pic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f520df46f4aa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08612" y="447866"/>
            <a:ext cx="19336" cy="5715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a996e2ffb426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9750" y="457391"/>
            <a:ext cx="15716" cy="5048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ea2b440d149f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14505" y="543401"/>
            <a:ext cx="36767" cy="7620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8886f2dba43b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5760" y="565309"/>
            <a:ext cx="51626" cy="10097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9b8276e494e47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673846" y="553688"/>
            <a:ext cx="46673" cy="9239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a264e20cc45c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17922" y="288322"/>
            <a:ext cx="337376" cy="337376"/>
          </a:xfrm>
          <a:prstGeom xmlns:a="http://schemas.openxmlformats.org/drawingml/2006/main" prst="rect">
            <a:avLst/>
          </a:prstGeom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771eefb4a480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58130" y="436340"/>
            <a:ext cx="11621" cy="8192"/>
          </a:xfrm>
          <a:prstGeom xmlns:a="http://schemas.openxmlformats.org/drawingml/2006/main" prst="rect">
            <a:avLst/>
          </a:prstGeom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be8489bca49b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432911"/>
            <a:ext cx="15716" cy="5620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65a609ac9498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8798" y="436340"/>
            <a:ext cx="15335" cy="5334"/>
          </a:xfrm>
          <a:prstGeom xmlns:a="http://schemas.openxmlformats.org/drawingml/2006/main" prst="rect">
            <a:avLst/>
          </a:prstGeom>
        </p:spPr>
      </p:pic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526c75522481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61820" y="503492"/>
            <a:ext cx="60484" cy="59246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40de8182a459d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491252" y="556165"/>
            <a:ext cx="64865" cy="64580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97d2def634a4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38591" y="599694"/>
            <a:ext cx="64008" cy="64294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021d2294940c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02504" y="634556"/>
            <a:ext cx="52959" cy="4953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ad00b51444305"/>
          <a:srcRect xmlns:a="http://schemas.openxmlformats.org/drawingml/2006/main" l="0" t="0" r="2" b="2"/>
          <a:stretch xmlns:a="http://schemas.openxmlformats.org/drawingml/2006/main"/>
        </p:blipFill>
        <p:spPr>
          <a:xfrm xmlns:a="http://schemas.openxmlformats.org/drawingml/2006/main">
            <a:off x="8670036" y="643890"/>
            <a:ext cx="45149" cy="48006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e79614aeb495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30044" y="632365"/>
            <a:ext cx="51911" cy="49721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f805c67c442db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784146" y="596932"/>
            <a:ext cx="58674" cy="66199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d88aa963543f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24627" y="552069"/>
            <a:ext cx="64865" cy="64294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84aefab5d4d9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62917" y="503492"/>
            <a:ext cx="49911" cy="50006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2d57e04dc437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58391" y="356045"/>
            <a:ext cx="50864" cy="58007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806422c0a4c2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1251" y="306800"/>
            <a:ext cx="64294" cy="63627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ebc977bdc4c6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19827" y="262604"/>
            <a:ext cx="64865" cy="65246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76ff1e7454cc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70976" y="240125"/>
            <a:ext cx="54388" cy="55436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0cd16e5d9475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25459" y="222504"/>
            <a:ext cx="46387" cy="53626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f92f3b086455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6894" y="221552"/>
            <a:ext cx="43625" cy="47625"/>
          </a:xfrm>
          <a:prstGeom xmlns:a="http://schemas.openxmlformats.org/drawingml/2006/main" prst="rect">
            <a:avLst/>
          </a:prstGeom>
        </p:spPr>
      </p:pic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1e2b2d4c346d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25948" y="231077"/>
            <a:ext cx="50006" cy="49244"/>
          </a:xfrm>
          <a:prstGeom xmlns:a="http://schemas.openxmlformats.org/drawingml/2006/main" prst="rect">
            <a:avLst/>
          </a:prstGeom>
        </p:spPr>
      </p:pic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b49fde7c9466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67858" y="244793"/>
            <a:ext cx="63341" cy="64008"/>
          </a:xfrm>
          <a:prstGeom xmlns:a="http://schemas.openxmlformats.org/drawingml/2006/main" prst="rect">
            <a:avLst/>
          </a:prstGeom>
        </p:spPr>
      </p:pic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d3fcde17e4f66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819007" y="278035"/>
            <a:ext cx="53340" cy="52959"/>
          </a:xfrm>
          <a:prstGeom xmlns:a="http://schemas.openxmlformats.org/drawingml/2006/main" prst="rect">
            <a:avLst/>
          </a:prstGeom>
        </p:spPr>
      </p:pic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310d613b148b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40343" y="320040"/>
            <a:ext cx="59627" cy="56769"/>
          </a:xfrm>
          <a:prstGeom xmlns:a="http://schemas.openxmlformats.org/drawingml/2006/main" prst="rect">
            <a:avLst/>
          </a:prstGeom>
        </p:spPr>
      </p:pic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1a41d6cd44e8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65108" y="362998"/>
            <a:ext cx="53626" cy="43244"/>
          </a:xfrm>
          <a:prstGeom xmlns:a="http://schemas.openxmlformats.org/drawingml/2006/main" prst="rect">
            <a:avLst/>
          </a:prstGeom>
        </p:spPr>
      </p:pic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517bbba514cba"/>
          <a:srcRect xmlns:a="http://schemas.openxmlformats.org/drawingml/2006/main" l="0" t="0" r="0" b="3341"/>
          <a:stretch xmlns:a="http://schemas.openxmlformats.org/drawingml/2006/main"/>
        </p:blipFill>
        <p:spPr>
          <a:xfrm xmlns:a="http://schemas.openxmlformats.org/drawingml/2006/main">
            <a:off x="6905625" y="3076575"/>
            <a:ext cx="2138363" cy="2066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950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942B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344AA23-5674-498A-BF16-7DC2C7FD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85750"/>
            <a:ext cx="681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65"/>
              </a:lnSpc>
              <a:buNone/>
              <a:defRPr sz="25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25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Оценка загрузки по фотографии</a:t>
            </a:r>
            <a:endParaRPr sz="28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BFF0AD5-59EF-471C-AC38-37F27393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09688"/>
            <a:ext cx="8763000" cy="3724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B3CCABB-3C12-4AE5-A962-E6AFE4C0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09688"/>
            <a:ext cx="2651125" cy="11144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5EFB04F-0EC3-47BA-AC0E-53769868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668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283"/>
              </a:lnSpc>
              <a:buNone/>
              <a:defRPr sz="1500" b="1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00" b="1">
                <a:solidFill>
                  <a:srgbClr val="2942BB"/>
                </a:solidFill>
                <a:latin typeface="Golos"/>
                <a:ea typeface="Golos"/>
                <a:cs typeface="Golos"/>
              </a:rPr>
              <a:t>Фото кузова</a:t>
            </a:r>
            <a:endParaRPr sz="1425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E8E8F2C-F343-46A3-9758-B92C6AA5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383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Снимок + номер</a:t>
            </a:r>
            <a:endParaRPr sz="1140"/>
          </a:p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перевозки</a:t>
            </a:r>
            <a:endParaRPr sz="114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99BE75C-3086-430B-8C9B-F6156D7B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1309688"/>
            <a:ext cx="2651125" cy="11144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A6EC82-6506-418C-9C2C-7049175C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14668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283"/>
              </a:lnSpc>
              <a:buNone/>
              <a:defRPr sz="1500" b="1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00" b="1">
                <a:solidFill>
                  <a:srgbClr val="2942BB"/>
                </a:solidFill>
                <a:latin typeface="Golos"/>
                <a:ea typeface="Golos"/>
                <a:cs typeface="Golos"/>
              </a:rPr>
              <a:t>ML-модель</a:t>
            </a:r>
            <a:endParaRPr sz="1425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A27B04E-B51A-42C6-A3E8-628822B5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18383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Анализ размещения</a:t>
            </a:r>
            <a:endParaRPr sz="1140"/>
          </a:p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груза по изображению</a:t>
            </a:r>
            <a:endParaRPr sz="114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ADB0C90-DB6C-47FC-AD77-07756EE8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309688"/>
            <a:ext cx="2651125" cy="11144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4972EF8-07BF-4F00-AA56-E31B5909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4668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283"/>
              </a:lnSpc>
              <a:buNone/>
              <a:defRPr sz="1500" b="1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00" b="1">
                <a:solidFill>
                  <a:srgbClr val="2942BB"/>
                </a:solidFill>
                <a:latin typeface="Golos"/>
                <a:ea typeface="Golos"/>
                <a:cs typeface="Golos"/>
              </a:rPr>
              <a:t>Оценка 0–100%</a:t>
            </a:r>
            <a:endParaRPr sz="1425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F73A34C-1ECD-4F31-A5F8-AAF7F2A5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383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Результат сохраняется</a:t>
            </a:r>
            <a:endParaRPr sz="1140"/>
          </a:p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для каждой перевозки</a:t>
            </a:r>
            <a:endParaRPr sz="114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3E525E3-7C80-4120-A706-CF05BA7A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614613"/>
            <a:ext cx="2651125" cy="11144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4C55E45-2BE4-4F5B-814A-408F7B39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717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283"/>
              </a:lnSpc>
              <a:buNone/>
              <a:defRPr sz="1500" b="1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00" b="1">
                <a:solidFill>
                  <a:srgbClr val="2942BB"/>
                </a:solidFill>
                <a:latin typeface="Golos"/>
                <a:ea typeface="Golos"/>
                <a:cs typeface="Golos"/>
              </a:rPr>
              <a:t>Меньше ручной работы</a:t>
            </a:r>
            <a:endParaRPr sz="1425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AE87043-6A5A-4E18-97A0-D454C612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432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Автоматическая</a:t>
            </a:r>
            <a:endParaRPr sz="1140"/>
          </a:p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первичная проверка</a:t>
            </a:r>
            <a:endParaRPr sz="114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7F926E-9BD1-4181-83B1-FE351D90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2614613"/>
            <a:ext cx="2651125" cy="11144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068197-FFA4-4D38-8064-0673CB5E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27717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283"/>
              </a:lnSpc>
              <a:buNone/>
              <a:defRPr sz="1500" b="1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00" b="1">
                <a:solidFill>
                  <a:srgbClr val="2942BB"/>
                </a:solidFill>
                <a:latin typeface="Golos"/>
                <a:ea typeface="Golos"/>
                <a:cs typeface="Golos"/>
              </a:rPr>
              <a:t>Единый подход</a:t>
            </a:r>
            <a:endParaRPr sz="1425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530AB20-84C1-4E32-8EF5-861CB145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31432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Одна модель</a:t>
            </a:r>
            <a:endParaRPr sz="1140"/>
          </a:p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для всех снимков</a:t>
            </a:r>
            <a:endParaRPr sz="114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68679A0-5190-48A1-AC02-E2C5AF66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614613"/>
            <a:ext cx="2651125" cy="11144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E817C56-FE9B-4841-BEFC-8B1AD44D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17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283"/>
              </a:lnSpc>
              <a:buNone/>
              <a:defRPr sz="1500" b="1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00" b="1">
                <a:solidFill>
                  <a:srgbClr val="2942BB"/>
                </a:solidFill>
                <a:latin typeface="Golos"/>
                <a:ea typeface="Golos"/>
                <a:cs typeface="Golos"/>
              </a:rPr>
              <a:t>Интеграция</a:t>
            </a:r>
            <a:endParaRPr sz="1425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AF2B6C6-2CAE-47BF-99E6-5BD26FD6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432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XML API для</a:t>
            </a:r>
            <a:endParaRPr sz="1140"/>
          </a:p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внешних систем</a:t>
            </a:r>
            <a:endParaRPr sz="114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48EC30D-4FCF-464E-A6E1-16022FE8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0500"/>
            <a:ext cx="1781175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E7A3E000-4481-4FD8-9819-9071309C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7987AA9-3E9B-454B-B4A5-BEA54459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076700"/>
            <a:ext cx="838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725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716 обучающих фото · 307 тестовых фото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C2B4E40-36DD-44C6-925C-18D012EE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505325"/>
            <a:ext cx="852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Оцениваем заполненность, не массу груза и не грузоподъёмность.</a:t>
            </a:r>
          </a:p>
        </p:txBody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477009e2b4a2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72325" y="304800"/>
            <a:ext cx="1095375" cy="304800"/>
          </a:xfrm>
          <a:prstGeom xmlns:a="http://schemas.openxmlformats.org/drawingml/2006/main" prst="rect">
            <a:avLst/>
          </a:prstGeom>
        </p:spPr>
      </p:pic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822631c0c41f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71966" y="445103"/>
            <a:ext cx="15716" cy="22574"/>
          </a:xfrm>
          <a:prstGeom xmlns:a="http://schemas.openxmlformats.org/drawingml/2006/main" prst="rect">
            <a:avLst/>
          </a:prstGeom>
        </p:spPr>
      </p:pic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7bc48941c47f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89873" y="436055"/>
            <a:ext cx="16288" cy="38862"/>
          </a:xfrm>
          <a:prstGeom xmlns:a="http://schemas.openxmlformats.org/drawingml/2006/main" prst="rect">
            <a:avLst/>
          </a:prstGeom>
        </p:spPr>
      </p:pic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74c6a8c0b472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08066" y="445103"/>
            <a:ext cx="15335" cy="22574"/>
          </a:xfrm>
          <a:prstGeom xmlns:a="http://schemas.openxmlformats.org/drawingml/2006/main" prst="rect">
            <a:avLst/>
          </a:prstGeom>
        </p:spPr>
      </p:pic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cf1cf467643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49532" y="445103"/>
            <a:ext cx="16002" cy="22574"/>
          </a:xfrm>
          <a:prstGeom xmlns:a="http://schemas.openxmlformats.org/drawingml/2006/main" prst="rect">
            <a:avLst/>
          </a:prstGeom>
        </p:spPr>
      </p:pic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dbead3109405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5632" y="445103"/>
            <a:ext cx="15335" cy="22574"/>
          </a:xfrm>
          <a:prstGeom xmlns:a="http://schemas.openxmlformats.org/drawingml/2006/main" prst="rect">
            <a:avLst/>
          </a:prstGeom>
        </p:spPr>
      </p:pic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7ae18c8e04fd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8863" y="199263"/>
            <a:ext cx="515493" cy="515493"/>
          </a:xfrm>
          <a:prstGeom xmlns:a="http://schemas.openxmlformats.org/drawingml/2006/main" prst="rect">
            <a:avLst/>
          </a:prstGeom>
        </p:spPr>
      </p:pic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558f218cc4ed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22411" y="417100"/>
            <a:ext cx="24670" cy="16002"/>
          </a:xfrm>
          <a:prstGeom xmlns:a="http://schemas.openxmlformats.org/drawingml/2006/main" prst="rect">
            <a:avLst/>
          </a:prstGeom>
        </p:spPr>
      </p:pic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b6ba1ec16497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17077" y="428149"/>
            <a:ext cx="23908" cy="11049"/>
          </a:xfrm>
          <a:prstGeom xmlns:a="http://schemas.openxmlformats.org/drawingml/2006/main" prst="rect">
            <a:avLst/>
          </a:prstGeom>
        </p:spPr>
      </p:pic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be41d998a4ec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44890" y="412528"/>
            <a:ext cx="9430" cy="10097"/>
          </a:xfrm>
          <a:prstGeom xmlns:a="http://schemas.openxmlformats.org/drawingml/2006/main" prst="rect">
            <a:avLst/>
          </a:prstGeom>
        </p:spPr>
      </p:pic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97b8d3296439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500920"/>
            <a:ext cx="11906" cy="14383"/>
          </a:xfrm>
          <a:prstGeom xmlns:a="http://schemas.openxmlformats.org/drawingml/2006/main" prst="rect">
            <a:avLst/>
          </a:prstGeom>
        </p:spPr>
      </p:pic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9ff8be63d4343"/>
          <a:srcRect xmlns:a="http://schemas.openxmlformats.org/drawingml/2006/main" l="0" t="0" r="10" b="0"/>
          <a:stretch xmlns:a="http://schemas.openxmlformats.org/drawingml/2006/main"/>
        </p:blipFill>
        <p:spPr>
          <a:xfrm xmlns:a="http://schemas.openxmlformats.org/drawingml/2006/main">
            <a:off x="8705755" y="501586"/>
            <a:ext cx="10001" cy="13526"/>
          </a:xfrm>
          <a:prstGeom xmlns:a="http://schemas.openxmlformats.org/drawingml/2006/main" prst="rect">
            <a:avLst/>
          </a:prstGeom>
        </p:spPr>
      </p:pic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ed709a8094b5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477393"/>
            <a:ext cx="11906" cy="17621"/>
          </a:xfrm>
          <a:prstGeom xmlns:a="http://schemas.openxmlformats.org/drawingml/2006/main" prst="rect">
            <a:avLst/>
          </a:prstGeom>
        </p:spPr>
      </p:pic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7127eee2b430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8515" y="501301"/>
            <a:ext cx="10954" cy="14097"/>
          </a:xfrm>
          <a:prstGeom xmlns:a="http://schemas.openxmlformats.org/drawingml/2006/main" prst="rect">
            <a:avLst/>
          </a:prstGeom>
        </p:spPr>
      </p:pic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1b44b4e93410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8800" y="479298"/>
            <a:ext cx="10954" cy="16097"/>
          </a:xfrm>
          <a:prstGeom xmlns:a="http://schemas.openxmlformats.org/drawingml/2006/main" prst="rect">
            <a:avLst/>
          </a:prstGeom>
        </p:spPr>
      </p:pic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dfe08c33945d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08612" y="447866"/>
            <a:ext cx="19336" cy="5715"/>
          </a:xfrm>
          <a:prstGeom xmlns:a="http://schemas.openxmlformats.org/drawingml/2006/main" prst="rect">
            <a:avLst/>
          </a:prstGeom>
        </p:spPr>
      </p:pic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c88bd24c848b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9750" y="457391"/>
            <a:ext cx="15716" cy="5048"/>
          </a:xfrm>
          <a:prstGeom xmlns:a="http://schemas.openxmlformats.org/drawingml/2006/main" prst="rect">
            <a:avLst/>
          </a:prstGeom>
        </p:spPr>
      </p:pic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d265b0b0949d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14505" y="543401"/>
            <a:ext cx="36767" cy="7620"/>
          </a:xfrm>
          <a:prstGeom xmlns:a="http://schemas.openxmlformats.org/drawingml/2006/main" prst="rect">
            <a:avLst/>
          </a:prstGeom>
        </p:spPr>
      </p:pic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01331e083418b"/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8745760" y="565309"/>
            <a:ext cx="51626" cy="10001"/>
          </a:xfrm>
          <a:prstGeom xmlns:a="http://schemas.openxmlformats.org/drawingml/2006/main" prst="rect">
            <a:avLst/>
          </a:prstGeom>
        </p:spPr>
      </p:pic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9db5c7ad549c3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673846" y="553688"/>
            <a:ext cx="46673" cy="9239"/>
          </a:xfrm>
          <a:prstGeom xmlns:a="http://schemas.openxmlformats.org/drawingml/2006/main" prst="rect">
            <a:avLst/>
          </a:prstGeom>
        </p:spPr>
      </p:pic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0b005b5d64c4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17922" y="288322"/>
            <a:ext cx="337376" cy="337376"/>
          </a:xfrm>
          <a:prstGeom xmlns:a="http://schemas.openxmlformats.org/drawingml/2006/main" prst="rect">
            <a:avLst/>
          </a:prstGeom>
        </p:spPr>
      </p:pic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b85b7f4094d8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58130" y="436340"/>
            <a:ext cx="11621" cy="8192"/>
          </a:xfrm>
          <a:prstGeom xmlns:a="http://schemas.openxmlformats.org/drawingml/2006/main" prst="rect">
            <a:avLst/>
          </a:prstGeom>
        </p:spPr>
      </p:pic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429aef6d64f7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432911"/>
            <a:ext cx="15716" cy="5620"/>
          </a:xfrm>
          <a:prstGeom xmlns:a="http://schemas.openxmlformats.org/drawingml/2006/main" prst="rect">
            <a:avLst/>
          </a:prstGeom>
        </p:spPr>
      </p:pic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2e3a816bc4de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8798" y="436340"/>
            <a:ext cx="15335" cy="5334"/>
          </a:xfrm>
          <a:prstGeom xmlns:a="http://schemas.openxmlformats.org/drawingml/2006/main" prst="rect">
            <a:avLst/>
          </a:prstGeom>
        </p:spPr>
      </p:pic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7968550ad4966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461820" y="503492"/>
            <a:ext cx="60484" cy="59246"/>
          </a:xfrm>
          <a:prstGeom xmlns:a="http://schemas.openxmlformats.org/drawingml/2006/main" prst="rect">
            <a:avLst/>
          </a:prstGeom>
        </p:spPr>
      </p:pic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28abd67314b8b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491252" y="556165"/>
            <a:ext cx="64865" cy="64580"/>
          </a:xfrm>
          <a:prstGeom xmlns:a="http://schemas.openxmlformats.org/drawingml/2006/main" prst="rect">
            <a:avLst/>
          </a:prstGeom>
        </p:spPr>
      </p:pic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78706a6ef4b6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38591" y="599694"/>
            <a:ext cx="64008" cy="64294"/>
          </a:xfrm>
          <a:prstGeom xmlns:a="http://schemas.openxmlformats.org/drawingml/2006/main" prst="rect">
            <a:avLst/>
          </a:prstGeom>
        </p:spPr>
      </p:pic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0f6a0eec94f4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02504" y="634556"/>
            <a:ext cx="52959" cy="49530"/>
          </a:xfrm>
          <a:prstGeom xmlns:a="http://schemas.openxmlformats.org/drawingml/2006/main" prst="rect">
            <a:avLst/>
          </a:prstGeom>
        </p:spPr>
      </p:pic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e09817692407d"/>
          <a:srcRect xmlns:a="http://schemas.openxmlformats.org/drawingml/2006/main" l="0" t="0" r="2" b="2"/>
          <a:stretch xmlns:a="http://schemas.openxmlformats.org/drawingml/2006/main"/>
        </p:blipFill>
        <p:spPr>
          <a:xfrm xmlns:a="http://schemas.openxmlformats.org/drawingml/2006/main">
            <a:off x="8670036" y="643890"/>
            <a:ext cx="45149" cy="48006"/>
          </a:xfrm>
          <a:prstGeom xmlns:a="http://schemas.openxmlformats.org/drawingml/2006/main" prst="rect">
            <a:avLst/>
          </a:prstGeom>
        </p:spPr>
      </p:pic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051eb5ed14ce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30044" y="632365"/>
            <a:ext cx="51911" cy="49721"/>
          </a:xfrm>
          <a:prstGeom xmlns:a="http://schemas.openxmlformats.org/drawingml/2006/main" prst="rect">
            <a:avLst/>
          </a:prstGeom>
        </p:spPr>
      </p:pic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2b49e33194a44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784146" y="596932"/>
            <a:ext cx="58674" cy="66199"/>
          </a:xfrm>
          <a:prstGeom xmlns:a="http://schemas.openxmlformats.org/drawingml/2006/main" prst="rect">
            <a:avLst/>
          </a:prstGeom>
        </p:spPr>
      </p:pic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8367ed2f34c8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24627" y="552069"/>
            <a:ext cx="64865" cy="64294"/>
          </a:xfrm>
          <a:prstGeom xmlns:a="http://schemas.openxmlformats.org/drawingml/2006/main" prst="rect">
            <a:avLst/>
          </a:prstGeom>
        </p:spPr>
      </p:pic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612b93323449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62917" y="503492"/>
            <a:ext cx="49911" cy="50006"/>
          </a:xfrm>
          <a:prstGeom xmlns:a="http://schemas.openxmlformats.org/drawingml/2006/main" prst="rect">
            <a:avLst/>
          </a:prstGeom>
        </p:spPr>
      </p:pic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19101dd8c42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58391" y="356045"/>
            <a:ext cx="50864" cy="58007"/>
          </a:xfrm>
          <a:prstGeom xmlns:a="http://schemas.openxmlformats.org/drawingml/2006/main" prst="rect">
            <a:avLst/>
          </a:prstGeom>
        </p:spPr>
      </p:pic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ad80621a04a1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1251" y="306800"/>
            <a:ext cx="64294" cy="63627"/>
          </a:xfrm>
          <a:prstGeom xmlns:a="http://schemas.openxmlformats.org/drawingml/2006/main" prst="rect">
            <a:avLst/>
          </a:prstGeom>
        </p:spPr>
      </p:pic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ff2a658f64fb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19827" y="262604"/>
            <a:ext cx="64865" cy="65246"/>
          </a:xfrm>
          <a:prstGeom xmlns:a="http://schemas.openxmlformats.org/drawingml/2006/main" prst="rect">
            <a:avLst/>
          </a:prstGeom>
        </p:spPr>
      </p:pic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02a950ae5418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70976" y="240125"/>
            <a:ext cx="54388" cy="55436"/>
          </a:xfrm>
          <a:prstGeom xmlns:a="http://schemas.openxmlformats.org/drawingml/2006/main" prst="rect">
            <a:avLst/>
          </a:prstGeom>
        </p:spPr>
      </p:pic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861f3a4174df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25459" y="222504"/>
            <a:ext cx="46387" cy="53626"/>
          </a:xfrm>
          <a:prstGeom xmlns:a="http://schemas.openxmlformats.org/drawingml/2006/main" prst="rect">
            <a:avLst/>
          </a:prstGeom>
        </p:spPr>
      </p:pic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1dcd44042476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6894" y="221552"/>
            <a:ext cx="43625" cy="47625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eaa900486438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25948" y="231077"/>
            <a:ext cx="50006" cy="49244"/>
          </a:xfrm>
          <a:prstGeom xmlns:a="http://schemas.openxmlformats.org/drawingml/2006/main" prst="rect">
            <a:avLst/>
          </a:prstGeom>
        </p:spPr>
      </p:pic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e0683952942c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67858" y="244793"/>
            <a:ext cx="63341" cy="64008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edfc10b934c73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819007" y="278035"/>
            <a:ext cx="53340" cy="52959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3ca7e451c4e2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40343" y="320040"/>
            <a:ext cx="59627" cy="56769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c5325f10f42c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65108" y="362998"/>
            <a:ext cx="53626" cy="432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37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942B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231731B-5571-4B9D-934E-C712F25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85750"/>
            <a:ext cx="681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65"/>
              </a:lnSpc>
              <a:buNone/>
              <a:defRPr sz="25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25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Эволюция решения</a:t>
            </a:r>
            <a:endParaRPr sz="28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3603769-2C1B-4410-A131-7CEF9D84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0500"/>
            <a:ext cx="1781175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82D61AC-28DA-4402-AA59-86D98C59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9" name="Shape 3">
            <a:extLst xmlns:a="http://schemas.openxmlformats.org/drawingml/2006/main">
              <a:ext uri="{FF2B5EF4-FFF2-40B4-BE49-F238E27FC236}">
                <a16:creationId xmlns:a16="http://schemas.microsoft.com/office/drawing/2014/main" id="{468849E0-DB2B-4B49-A171-B22630D8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47750"/>
            <a:ext cx="8763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0" name="Shape 4">
            <a:extLst xmlns:a="http://schemas.openxmlformats.org/drawingml/2006/main">
              <a:ext uri="{FF2B5EF4-FFF2-40B4-BE49-F238E27FC236}">
                <a16:creationId xmlns:a16="http://schemas.microsoft.com/office/drawing/2014/main" id="{46010430-3F2B-4A1F-855B-84B8A30E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4775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1" name="Text 5">
            <a:extLst xmlns:a="http://schemas.openxmlformats.org/drawingml/2006/main">
              <a:ext uri="{FF2B5EF4-FFF2-40B4-BE49-F238E27FC236}">
                <a16:creationId xmlns:a16="http://schemas.microsoft.com/office/drawing/2014/main" id="{E81D35D3-8BA6-4F45-BC4B-B8F8A95B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477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2400" b="1">
                <a:solidFill>
                  <a:srgbClr val="8ED8FF"/>
                </a:solidFill>
                <a:latin typeface="Golos"/>
                <a:ea typeface="Golos"/>
                <a:cs typeface="Golos"/>
              </a:defRPr>
            </a:pPr>
            <a:r>
              <a:rPr sz="2400" b="1">
                <a:solidFill>
                  <a:srgbClr val="8ED8FF"/>
                </a:solidFill>
                <a:latin typeface="Golos"/>
                <a:ea typeface="Golos"/>
                <a:cs typeface="Golos"/>
              </a:rPr>
              <a:t>9.4549</a:t>
            </a:r>
            <a:endParaRPr sz="1140"/>
          </a:p>
        </p:txBody>
      </p:sp>
      <p:sp>
        <p:nvSpPr>
          <p:cNvPr id="52" name="Text 6">
            <a:extLst xmlns:a="http://schemas.openxmlformats.org/drawingml/2006/main">
              <a:ext uri="{FF2B5EF4-FFF2-40B4-BE49-F238E27FC236}">
                <a16:creationId xmlns:a16="http://schemas.microsoft.com/office/drawing/2014/main" id="{36CE8990-BAD1-4CF1-9FA1-A9D12B14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668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725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725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DINOv2 + SVR</a:t>
            </a:r>
            <a:endParaRPr sz="1639"/>
          </a:p>
        </p:txBody>
      </p:sp>
      <p:sp>
        <p:nvSpPr>
          <p:cNvPr id="53" name="Text 7">
            <a:extLst xmlns:a="http://schemas.openxmlformats.org/drawingml/2006/main">
              <a:ext uri="{FF2B5EF4-FFF2-40B4-BE49-F238E27FC236}">
                <a16:creationId xmlns:a16="http://schemas.microsoft.com/office/drawing/2014/main" id="{45DD9ECB-A0B3-4E37-BF94-DE746BFB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809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3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3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Замороженные признаки</a:t>
            </a:r>
            <a:endParaRPr sz="1140"/>
          </a:p>
        </p:txBody>
      </p:sp>
      <p:sp>
        <p:nvSpPr>
          <p:cNvPr id="54" name="Shape 8">
            <a:extLst xmlns:a="http://schemas.openxmlformats.org/drawingml/2006/main">
              <a:ext uri="{FF2B5EF4-FFF2-40B4-BE49-F238E27FC236}">
                <a16:creationId xmlns:a16="http://schemas.microsoft.com/office/drawing/2014/main" id="{5F02723C-3BF0-4F74-B474-A3077463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4775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5" name="Text 9">
            <a:extLst xmlns:a="http://schemas.openxmlformats.org/drawingml/2006/main">
              <a:ext uri="{FF2B5EF4-FFF2-40B4-BE49-F238E27FC236}">
                <a16:creationId xmlns:a16="http://schemas.microsoft.com/office/drawing/2014/main" id="{16B574CB-4EAD-42F1-A49E-189F3894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477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2400" b="1">
                <a:solidFill>
                  <a:srgbClr val="8ED8FF"/>
                </a:solidFill>
                <a:latin typeface="Golos"/>
                <a:ea typeface="Golos"/>
                <a:cs typeface="Golos"/>
              </a:defRPr>
            </a:pPr>
            <a:r>
              <a:rPr sz="2400" b="1">
                <a:solidFill>
                  <a:srgbClr val="8ED8FF"/>
                </a:solidFill>
                <a:latin typeface="Golos"/>
                <a:ea typeface="Golos"/>
                <a:cs typeface="Golos"/>
              </a:rPr>
              <a:t>≈ 5.93</a:t>
            </a:r>
            <a:endParaRPr sz="1140"/>
          </a:p>
        </p:txBody>
      </p:sp>
      <p:sp>
        <p:nvSpPr>
          <p:cNvPr id="56" name="Text 10">
            <a:extLst xmlns:a="http://schemas.openxmlformats.org/drawingml/2006/main">
              <a:ext uri="{FF2B5EF4-FFF2-40B4-BE49-F238E27FC236}">
                <a16:creationId xmlns:a16="http://schemas.microsoft.com/office/drawing/2014/main" id="{8D05669D-EAE1-4863-9776-A3A646C5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668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725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725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Дообучение DINOv2-B</a:t>
            </a:r>
            <a:endParaRPr sz="1639"/>
          </a:p>
        </p:txBody>
      </p:sp>
      <p:sp>
        <p:nvSpPr>
          <p:cNvPr id="57" name="Text 11">
            <a:extLst xmlns:a="http://schemas.openxmlformats.org/drawingml/2006/main">
              <a:ext uri="{FF2B5EF4-FFF2-40B4-BE49-F238E27FC236}">
                <a16:creationId xmlns:a16="http://schemas.microsoft.com/office/drawing/2014/main" id="{221E0111-D85A-4CF5-B24F-90035819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3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3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Регрессия, вход 392 px</a:t>
            </a:r>
            <a:endParaRPr sz="1140"/>
          </a:p>
        </p:txBody>
      </p:sp>
      <p:sp>
        <p:nvSpPr>
          <p:cNvPr id="58" name="Shape 12">
            <a:extLst xmlns:a="http://schemas.openxmlformats.org/drawingml/2006/main">
              <a:ext uri="{FF2B5EF4-FFF2-40B4-BE49-F238E27FC236}">
                <a16:creationId xmlns:a16="http://schemas.microsoft.com/office/drawing/2014/main" id="{B9852E58-6646-4927-BF78-8DAE4179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295525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9" name="Text 13">
            <a:extLst xmlns:a="http://schemas.openxmlformats.org/drawingml/2006/main">
              <a:ext uri="{FF2B5EF4-FFF2-40B4-BE49-F238E27FC236}">
                <a16:creationId xmlns:a16="http://schemas.microsoft.com/office/drawing/2014/main" id="{215E2FDB-B833-47AC-83BD-C3B46922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2410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2400" b="1">
                <a:solidFill>
                  <a:srgbClr val="8ED8FF"/>
                </a:solidFill>
                <a:latin typeface="Golos"/>
                <a:ea typeface="Golos"/>
                <a:cs typeface="Golos"/>
              </a:defRPr>
            </a:pPr>
            <a:r>
              <a:rPr sz="2400" b="1">
                <a:solidFill>
                  <a:srgbClr val="8ED8FF"/>
                </a:solidFill>
                <a:latin typeface="Golos"/>
                <a:ea typeface="Golos"/>
                <a:cs typeface="Golos"/>
              </a:rPr>
              <a:t>≈ 5.69</a:t>
            </a:r>
            <a:endParaRPr sz="1140"/>
          </a:p>
        </p:txBody>
      </p:sp>
      <p:sp>
        <p:nvSpPr>
          <p:cNvPr id="60" name="Text 14">
            <a:extLst xmlns:a="http://schemas.openxmlformats.org/drawingml/2006/main">
              <a:ext uri="{FF2B5EF4-FFF2-40B4-BE49-F238E27FC236}">
                <a16:creationId xmlns:a16="http://schemas.microsoft.com/office/drawing/2014/main" id="{C9CF4C16-E9BD-4E43-A8BD-9842B239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432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725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725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Порядковая модель</a:t>
            </a:r>
            <a:endParaRPr sz="1639"/>
          </a:p>
        </p:txBody>
      </p:sp>
      <p:sp>
        <p:nvSpPr>
          <p:cNvPr id="61" name="Text 15">
            <a:extLst xmlns:a="http://schemas.openxmlformats.org/drawingml/2006/main">
              <a:ext uri="{FF2B5EF4-FFF2-40B4-BE49-F238E27FC236}">
                <a16:creationId xmlns:a16="http://schemas.microsoft.com/office/drawing/2014/main" id="{3E492927-86BD-464E-B99A-B5EE6591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86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3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3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Вероятности уровней загрузки</a:t>
            </a:r>
            <a:endParaRPr sz="1140"/>
          </a:p>
        </p:txBody>
      </p:sp>
      <p:sp>
        <p:nvSpPr>
          <p:cNvPr id="62" name="Shape 16">
            <a:extLst xmlns:a="http://schemas.openxmlformats.org/drawingml/2006/main">
              <a:ext uri="{FF2B5EF4-FFF2-40B4-BE49-F238E27FC236}">
                <a16:creationId xmlns:a16="http://schemas.microsoft.com/office/drawing/2014/main" id="{265ACF8F-B231-4347-AE8E-3F1711A0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95525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63" name="Text 17">
            <a:extLst xmlns:a="http://schemas.openxmlformats.org/drawingml/2006/main">
              <a:ext uri="{FF2B5EF4-FFF2-40B4-BE49-F238E27FC236}">
                <a16:creationId xmlns:a16="http://schemas.microsoft.com/office/drawing/2014/main" id="{F33AAEE3-5A8B-403A-ABB0-623320EA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2400" b="1">
                <a:solidFill>
                  <a:srgbClr val="8ED8FF"/>
                </a:solidFill>
                <a:latin typeface="Golos"/>
                <a:ea typeface="Golos"/>
                <a:cs typeface="Golos"/>
              </a:defRPr>
            </a:pPr>
            <a:r>
              <a:rPr sz="2400" b="1">
                <a:solidFill>
                  <a:srgbClr val="8ED8FF"/>
                </a:solidFill>
                <a:latin typeface="Golos"/>
                <a:ea typeface="Golos"/>
                <a:cs typeface="Golos"/>
              </a:rPr>
              <a:t>≈ 5.6</a:t>
            </a:r>
            <a:endParaRPr sz="1140"/>
          </a:p>
        </p:txBody>
      </p:sp>
      <p:sp>
        <p:nvSpPr>
          <p:cNvPr id="64" name="Text 18">
            <a:extLst xmlns:a="http://schemas.openxmlformats.org/drawingml/2006/main">
              <a:ext uri="{FF2B5EF4-FFF2-40B4-BE49-F238E27FC236}">
                <a16:creationId xmlns:a16="http://schemas.microsoft.com/office/drawing/2014/main" id="{8036D097-7E3C-4A5C-98C7-8ECA38E0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725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725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Attention, 392 px</a:t>
            </a:r>
            <a:endParaRPr sz="1639"/>
          </a:p>
        </p:txBody>
      </p:sp>
      <p:sp>
        <p:nvSpPr>
          <p:cNvPr id="65" name="Text 19">
            <a:extLst xmlns:a="http://schemas.openxmlformats.org/drawingml/2006/main">
              <a:ext uri="{FF2B5EF4-FFF2-40B4-BE49-F238E27FC236}">
                <a16:creationId xmlns:a16="http://schemas.microsoft.com/office/drawing/2014/main" id="{BDC26641-DDDC-4D70-8A71-1BF4F1B1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3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3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Веса значимости патчей</a:t>
            </a:r>
            <a:endParaRPr sz="1140"/>
          </a:p>
        </p:txBody>
      </p:sp>
      <p:sp>
        <p:nvSpPr>
          <p:cNvPr id="66" name="Shape 20">
            <a:extLst xmlns:a="http://schemas.openxmlformats.org/drawingml/2006/main">
              <a:ext uri="{FF2B5EF4-FFF2-40B4-BE49-F238E27FC236}">
                <a16:creationId xmlns:a16="http://schemas.microsoft.com/office/drawing/2014/main" id="{8301B3AC-24AC-4F7E-85F1-3A5D3A80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67" name="Text 21">
            <a:extLst xmlns:a="http://schemas.openxmlformats.org/drawingml/2006/main">
              <a:ext uri="{FF2B5EF4-FFF2-40B4-BE49-F238E27FC236}">
                <a16:creationId xmlns:a16="http://schemas.microsoft.com/office/drawing/2014/main" id="{38D11A2B-B9F6-4A83-898C-A13D56DF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004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2400" b="1">
                <a:solidFill>
                  <a:srgbClr val="FFD596"/>
                </a:solidFill>
                <a:latin typeface="Golos"/>
                <a:ea typeface="Golos"/>
                <a:cs typeface="Golos"/>
              </a:defRPr>
            </a:pPr>
            <a:r>
              <a:rPr sz="2400" b="1">
                <a:solidFill>
                  <a:srgbClr val="FFD596"/>
                </a:solidFill>
                <a:latin typeface="Golos"/>
                <a:ea typeface="Golos"/>
                <a:cs typeface="Golos"/>
              </a:rPr>
              <a:t>5.4545</a:t>
            </a:r>
            <a:endParaRPr sz="1140"/>
          </a:p>
        </p:txBody>
      </p:sp>
      <p:sp>
        <p:nvSpPr>
          <p:cNvPr id="68" name="Text 22">
            <a:extLst xmlns:a="http://schemas.openxmlformats.org/drawingml/2006/main">
              <a:ext uri="{FF2B5EF4-FFF2-40B4-BE49-F238E27FC236}">
                <a16:creationId xmlns:a16="http://schemas.microsoft.com/office/drawing/2014/main" id="{53C6E00B-4B3D-4784-900B-22B010CC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0195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725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725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Attention, 518 px</a:t>
            </a:r>
            <a:endParaRPr sz="1639"/>
          </a:p>
        </p:txBody>
      </p:sp>
      <p:sp>
        <p:nvSpPr>
          <p:cNvPr id="69" name="Text 23">
            <a:extLst xmlns:a="http://schemas.openxmlformats.org/drawingml/2006/main">
              <a:ext uri="{FF2B5EF4-FFF2-40B4-BE49-F238E27FC236}">
                <a16:creationId xmlns:a16="http://schemas.microsoft.com/office/drawing/2014/main" id="{EB37A414-BADA-4C3D-9BEE-E3497102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3624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3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3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Исторический прогон; повтор ≈ 5.46</a:t>
            </a:r>
            <a:endParaRPr sz="1140"/>
          </a:p>
        </p:txBody>
      </p:sp>
      <p:pic>
        <p:nvPicPr>
          <p:cNvPr id="184" name="Imag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0353a2c7341d0"/>
          <a:srcRect xmlns:a="http://schemas.openxmlformats.org/drawingml/2006/main" l="0" t="0" r="0" b="2649"/>
          <a:stretch xmlns:a="http://schemas.openxmlformats.org/drawingml/2006/main"/>
        </p:blipFill>
        <p:spPr>
          <a:xfrm xmlns:a="http://schemas.openxmlformats.org/drawingml/2006/main">
            <a:off x="5676900" y="3043238"/>
            <a:ext cx="2952750" cy="2100263"/>
          </a:xfrm>
          <a:prstGeom xmlns:a="http://schemas.openxmlformats.org/drawingml/2006/main" prst="rect">
            <a:avLst/>
          </a:prstGeom>
        </p:spPr>
      </p:pic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A9010E1-A50B-4FF4-ACCE-28EFF5C1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625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20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Public MAE, п.п. ↓  ·  ≈ — округлённый результат</a:t>
            </a:r>
          </a:p>
        </p:txBody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6a5b9e478410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72325" y="304800"/>
            <a:ext cx="1095375" cy="304800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a9665b592477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71966" y="445103"/>
            <a:ext cx="15716" cy="22574"/>
          </a:xfrm>
          <a:prstGeom xmlns:a="http://schemas.openxmlformats.org/drawingml/2006/main" prst="rect">
            <a:avLst/>
          </a:prstGeom>
        </p:spPr>
      </p:pic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a7282960b426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89873" y="436055"/>
            <a:ext cx="16288" cy="38862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48213f90443b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08066" y="445103"/>
            <a:ext cx="15335" cy="22574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eeee38f4a46b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49532" y="445103"/>
            <a:ext cx="16002" cy="22574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affcbed4f48d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5632" y="445103"/>
            <a:ext cx="15335" cy="22574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8ccbb2f0b4f9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8863" y="199263"/>
            <a:ext cx="515493" cy="515493"/>
          </a:xfrm>
          <a:prstGeom xmlns:a="http://schemas.openxmlformats.org/drawingml/2006/main" prst="rect">
            <a:avLst/>
          </a:prstGeom>
        </p:spPr>
      </p:pic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be0266f3b46fd"/>
          <a:srcRect xmlns:a="http://schemas.openxmlformats.org/drawingml/2006/main" l="0" t="0" r="0" b="6"/>
          <a:stretch xmlns:a="http://schemas.openxmlformats.org/drawingml/2006/main"/>
        </p:blipFill>
        <p:spPr>
          <a:xfrm xmlns:a="http://schemas.openxmlformats.org/drawingml/2006/main">
            <a:off x="8622411" y="417100"/>
            <a:ext cx="24670" cy="16002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a74bef9e44d7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17077" y="428149"/>
            <a:ext cx="23908" cy="11049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d83b2e7b54d8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44890" y="412528"/>
            <a:ext cx="9430" cy="10097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3aabdea3542f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500920"/>
            <a:ext cx="11906" cy="14383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b6c9cad60491d"/>
          <a:srcRect xmlns:a="http://schemas.openxmlformats.org/drawingml/2006/main" l="0" t="0" r="10" b="7"/>
          <a:stretch xmlns:a="http://schemas.openxmlformats.org/drawingml/2006/main"/>
        </p:blipFill>
        <p:spPr>
          <a:xfrm xmlns:a="http://schemas.openxmlformats.org/drawingml/2006/main">
            <a:off x="8705755" y="501586"/>
            <a:ext cx="10001" cy="13526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52aee136c49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477393"/>
            <a:ext cx="11906" cy="17621"/>
          </a:xfrm>
          <a:prstGeom xmlns:a="http://schemas.openxmlformats.org/drawingml/2006/main" prst="rect">
            <a:avLst/>
          </a:prstGeom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ef76ff11a4a9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8515" y="501301"/>
            <a:ext cx="10954" cy="14097"/>
          </a:xfrm>
          <a:prstGeom xmlns:a="http://schemas.openxmlformats.org/drawingml/2006/main" prst="rect">
            <a:avLst/>
          </a:prstGeom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6d4d775b3454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8800" y="479298"/>
            <a:ext cx="10954" cy="16097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e539d6d8047a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08612" y="447866"/>
            <a:ext cx="19336" cy="5715"/>
          </a:xfrm>
          <a:prstGeom xmlns:a="http://schemas.openxmlformats.org/drawingml/2006/main" prst="rect">
            <a:avLst/>
          </a:prstGeom>
        </p:spPr>
      </p:pic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2a9e2922143e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9750" y="457391"/>
            <a:ext cx="15716" cy="5048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4facd27844e2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14505" y="543401"/>
            <a:ext cx="36767" cy="7620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93de73fbe41de"/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8745760" y="565309"/>
            <a:ext cx="51626" cy="10001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3ea60a55946b6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673846" y="553688"/>
            <a:ext cx="46673" cy="9239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2bb9d88e2447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17922" y="288322"/>
            <a:ext cx="337376" cy="337376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92b7262cc4da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58130" y="436340"/>
            <a:ext cx="11621" cy="8192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716d1d54a496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432911"/>
            <a:ext cx="15716" cy="5620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0dea504444dc9"/>
          <a:srcRect xmlns:a="http://schemas.openxmlformats.org/drawingml/2006/main" l="0" t="0" r="0" b="19"/>
          <a:stretch xmlns:a="http://schemas.openxmlformats.org/drawingml/2006/main"/>
        </p:blipFill>
        <p:spPr>
          <a:xfrm xmlns:a="http://schemas.openxmlformats.org/drawingml/2006/main">
            <a:off x="8668798" y="436340"/>
            <a:ext cx="15335" cy="5334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3e315d4834a9c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461820" y="503492"/>
            <a:ext cx="60484" cy="59246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c2c923405449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91252" y="556165"/>
            <a:ext cx="64865" cy="64580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56c1adfd447d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38591" y="599694"/>
            <a:ext cx="64008" cy="64294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7d8036613426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02504" y="634556"/>
            <a:ext cx="52959" cy="49530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b693e846c4372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670036" y="643890"/>
            <a:ext cx="45149" cy="48006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5b5456dcf443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30044" y="632365"/>
            <a:ext cx="51911" cy="49721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74b90287640bc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784146" y="596932"/>
            <a:ext cx="58674" cy="66199"/>
          </a:xfrm>
          <a:prstGeom xmlns:a="http://schemas.openxmlformats.org/drawingml/2006/main" prst="rect">
            <a:avLst/>
          </a:prstGeom>
        </p:spPr>
      </p:pic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6db7d865f49a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24627" y="552069"/>
            <a:ext cx="64865" cy="64294"/>
          </a:xfrm>
          <a:prstGeom xmlns:a="http://schemas.openxmlformats.org/drawingml/2006/main" prst="rect">
            <a:avLst/>
          </a:prstGeom>
        </p:spPr>
      </p:pic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0623fc92b424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62917" y="503492"/>
            <a:ext cx="49911" cy="50006"/>
          </a:xfrm>
          <a:prstGeom xmlns:a="http://schemas.openxmlformats.org/drawingml/2006/main" prst="rect">
            <a:avLst/>
          </a:prstGeom>
        </p:spPr>
      </p:pic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14c24ad52403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58391" y="356045"/>
            <a:ext cx="50864" cy="58007"/>
          </a:xfrm>
          <a:prstGeom xmlns:a="http://schemas.openxmlformats.org/drawingml/2006/main" prst="rect">
            <a:avLst/>
          </a:prstGeom>
        </p:spPr>
      </p:pic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7bf4666a548d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1251" y="306800"/>
            <a:ext cx="64294" cy="63627"/>
          </a:xfrm>
          <a:prstGeom xmlns:a="http://schemas.openxmlformats.org/drawingml/2006/main" prst="rect">
            <a:avLst/>
          </a:prstGeom>
        </p:spPr>
      </p:pic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4a46295e84268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519827" y="262604"/>
            <a:ext cx="64865" cy="65246"/>
          </a:xfrm>
          <a:prstGeom xmlns:a="http://schemas.openxmlformats.org/drawingml/2006/main" prst="rect">
            <a:avLst/>
          </a:prstGeom>
        </p:spPr>
      </p:pic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ed6aed0ea424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70976" y="240125"/>
            <a:ext cx="54388" cy="55436"/>
          </a:xfrm>
          <a:prstGeom xmlns:a="http://schemas.openxmlformats.org/drawingml/2006/main" prst="rect">
            <a:avLst/>
          </a:prstGeom>
        </p:spPr>
      </p:pic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02efaa1ed4d2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25459" y="222504"/>
            <a:ext cx="46387" cy="53626"/>
          </a:xfrm>
          <a:prstGeom xmlns:a="http://schemas.openxmlformats.org/drawingml/2006/main" prst="rect">
            <a:avLst/>
          </a:prstGeom>
        </p:spPr>
      </p:pic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bba4788d6419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6894" y="221552"/>
            <a:ext cx="43625" cy="47625"/>
          </a:xfrm>
          <a:prstGeom xmlns:a="http://schemas.openxmlformats.org/drawingml/2006/main" prst="rect">
            <a:avLst/>
          </a:prstGeom>
        </p:spPr>
      </p:pic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d6aad3cb44a76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725948" y="231077"/>
            <a:ext cx="50006" cy="49244"/>
          </a:xfrm>
          <a:prstGeom xmlns:a="http://schemas.openxmlformats.org/drawingml/2006/main" prst="rect">
            <a:avLst/>
          </a:prstGeom>
        </p:spPr>
      </p:pic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4fe7b034b4ef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67858" y="244793"/>
            <a:ext cx="63341" cy="64008"/>
          </a:xfrm>
          <a:prstGeom xmlns:a="http://schemas.openxmlformats.org/drawingml/2006/main" prst="rect">
            <a:avLst/>
          </a:prstGeom>
        </p:spPr>
      </p:pic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ef2cea6fa4f91"/>
          <a:srcRect xmlns:a="http://schemas.openxmlformats.org/drawingml/2006/main" l="0" t="0" r="2" b="2"/>
          <a:stretch xmlns:a="http://schemas.openxmlformats.org/drawingml/2006/main"/>
        </p:blipFill>
        <p:spPr>
          <a:xfrm xmlns:a="http://schemas.openxmlformats.org/drawingml/2006/main">
            <a:off x="8819007" y="278035"/>
            <a:ext cx="53340" cy="52959"/>
          </a:xfrm>
          <a:prstGeom xmlns:a="http://schemas.openxmlformats.org/drawingml/2006/main" prst="rect">
            <a:avLst/>
          </a:prstGeom>
        </p:spPr>
      </p:pic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846c696f540c9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840343" y="320040"/>
            <a:ext cx="59627" cy="56769"/>
          </a:xfrm>
          <a:prstGeom xmlns:a="http://schemas.openxmlformats.org/drawingml/2006/main" prst="rect">
            <a:avLst/>
          </a:prstGeom>
        </p:spPr>
      </p:pic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4d66146ff433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65108" y="362998"/>
            <a:ext cx="53626" cy="432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10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942B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6C6C1CF-9FBC-46FF-9E09-E6D3DB82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0500"/>
            <a:ext cx="1781175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BF233CB-5805-4BF8-B523-45427A1E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8" name="Shape 2">
            <a:extLst xmlns:a="http://schemas.openxmlformats.org/drawingml/2006/main">
              <a:ext uri="{FF2B5EF4-FFF2-40B4-BE49-F238E27FC236}">
                <a16:creationId xmlns:a16="http://schemas.microsoft.com/office/drawing/2014/main" id="{F5C4C286-0B8B-47EC-A9CE-7A9114B7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3375"/>
            <a:ext cx="876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9" name="Shape 3">
            <a:extLst xmlns:a="http://schemas.openxmlformats.org/drawingml/2006/main">
              <a:ext uri="{FF2B5EF4-FFF2-40B4-BE49-F238E27FC236}">
                <a16:creationId xmlns:a16="http://schemas.microsoft.com/office/drawing/2014/main" id="{35291175-569A-4A4D-9558-E87C4B3A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3375"/>
            <a:ext cx="4948238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0" name="Text 4">
            <a:extLst xmlns:a="http://schemas.openxmlformats.org/drawingml/2006/main">
              <a:ext uri="{FF2B5EF4-FFF2-40B4-BE49-F238E27FC236}">
                <a16:creationId xmlns:a16="http://schemas.microsoft.com/office/drawing/2014/main" id="{5D0D2FCC-DBEB-4819-AF47-B1DD2CD8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200" b="1">
                <a:solidFill>
                  <a:srgbClr val="8ED8FF"/>
                </a:solidFill>
                <a:latin typeface="Golos"/>
                <a:ea typeface="Golos"/>
                <a:cs typeface="Golos"/>
              </a:defRPr>
            </a:pPr>
            <a:r>
              <a:rPr sz="1200" b="1">
                <a:solidFill>
                  <a:srgbClr val="8ED8FF"/>
                </a:solidFill>
                <a:latin typeface="Golos"/>
                <a:ea typeface="Golos"/>
                <a:cs typeface="Golos"/>
              </a:rPr>
              <a:t>ФИНАЛЬНАЯ АРХИТЕКТУРА</a:t>
            </a:r>
            <a:endParaRPr sz="1140"/>
          </a:p>
        </p:txBody>
      </p:sp>
      <p:sp>
        <p:nvSpPr>
          <p:cNvPr id="51" name="Text 5">
            <a:extLst xmlns:a="http://schemas.openxmlformats.org/drawingml/2006/main">
              <a:ext uri="{FF2B5EF4-FFF2-40B4-BE49-F238E27FC236}">
                <a16:creationId xmlns:a16="http://schemas.microsoft.com/office/drawing/2014/main" id="{B0580D26-80B6-4864-9992-DC61CDEA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53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65"/>
              </a:lnSpc>
              <a:buNone/>
              <a:defRPr sz="240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240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Attention518 · DINOv2 ViT-B/14</a:t>
            </a:r>
            <a:endParaRPr sz="2850"/>
          </a:p>
        </p:txBody>
      </p:sp>
      <p:sp>
        <p:nvSpPr>
          <p:cNvPr id="52" name="Shape 6">
            <a:extLst xmlns:a="http://schemas.openxmlformats.org/drawingml/2006/main">
              <a:ext uri="{FF2B5EF4-FFF2-40B4-BE49-F238E27FC236}">
                <a16:creationId xmlns:a16="http://schemas.microsoft.com/office/drawing/2014/main" id="{3D36940C-D704-48C8-AEBE-5058C5DD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76350"/>
            <a:ext cx="8763000" cy="1628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3" name="Shape 7">
            <a:extLst xmlns:a="http://schemas.openxmlformats.org/drawingml/2006/main">
              <a:ext uri="{FF2B5EF4-FFF2-40B4-BE49-F238E27FC236}">
                <a16:creationId xmlns:a16="http://schemas.microsoft.com/office/drawing/2014/main" id="{E963CFB3-4FD3-4939-9E53-31279C40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76350"/>
            <a:ext cx="3676650" cy="1628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4" name="Shape 8">
            <a:extLst xmlns:a="http://schemas.openxmlformats.org/drawingml/2006/main">
              <a:ext uri="{FF2B5EF4-FFF2-40B4-BE49-F238E27FC236}">
                <a16:creationId xmlns:a16="http://schemas.microsoft.com/office/drawing/2014/main" id="{515DD1BB-E2B8-4CA9-AEF3-E1AE1988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7635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5" name="Text 9">
            <a:extLst xmlns:a="http://schemas.openxmlformats.org/drawingml/2006/main">
              <a:ext uri="{FF2B5EF4-FFF2-40B4-BE49-F238E27FC236}">
                <a16:creationId xmlns:a16="http://schemas.microsoft.com/office/drawing/2014/main" id="{C2F95842-4BB9-413F-AE03-D8989DEC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71575"/>
            <a:ext cx="461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800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800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1  Фото → 518 × 518</a:t>
            </a:r>
            <a:endParaRPr sz="1639"/>
          </a:p>
        </p:txBody>
      </p:sp>
      <p:sp>
        <p:nvSpPr>
          <p:cNvPr id="56" name="Text 10">
            <a:extLst xmlns:a="http://schemas.openxmlformats.org/drawingml/2006/main">
              <a:ext uri="{FF2B5EF4-FFF2-40B4-BE49-F238E27FC236}">
                <a16:creationId xmlns:a16="http://schemas.microsoft.com/office/drawing/2014/main" id="{2E246128-A26B-44A1-88A3-C3D166B0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5257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EXIF → RGB → пропорции + padding</a:t>
            </a:r>
            <a:endParaRPr sz="1140"/>
          </a:p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Нормализация ImageNet</a:t>
            </a:r>
            <a:endParaRPr sz="1140"/>
          </a:p>
        </p:txBody>
      </p:sp>
      <p:sp>
        <p:nvSpPr>
          <p:cNvPr id="57" name="Shape 11">
            <a:extLst xmlns:a="http://schemas.openxmlformats.org/drawingml/2006/main">
              <a:ext uri="{FF2B5EF4-FFF2-40B4-BE49-F238E27FC236}">
                <a16:creationId xmlns:a16="http://schemas.microsoft.com/office/drawing/2014/main" id="{6A7AF0DA-6ACF-4AE2-A9A6-3E00BCDE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14525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8" name="Text 12">
            <a:extLst xmlns:a="http://schemas.openxmlformats.org/drawingml/2006/main">
              <a:ext uri="{FF2B5EF4-FFF2-40B4-BE49-F238E27FC236}">
                <a16:creationId xmlns:a16="http://schemas.microsoft.com/office/drawing/2014/main" id="{208A3467-A2CD-4FE2-AF61-00D35E91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247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800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800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2  Признаки → порядковая голова</a:t>
            </a:r>
            <a:endParaRPr sz="1639"/>
          </a:p>
        </p:txBody>
      </p:sp>
      <p:sp>
        <p:nvSpPr>
          <p:cNvPr id="59" name="Text 13">
            <a:extLst xmlns:a="http://schemas.openxmlformats.org/drawingml/2006/main">
              <a:ext uri="{FF2B5EF4-FFF2-40B4-BE49-F238E27FC236}">
                <a16:creationId xmlns:a16="http://schemas.microsoft.com/office/drawing/2014/main" id="{2A584E36-A1C8-457D-8742-CF0E81E9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647950"/>
            <a:ext cx="452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DINOv2 + attention по 5 областям</a:t>
            </a:r>
            <a:endParaRPr sz="1140"/>
          </a:p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Дообучены 2 последних блока</a:t>
            </a:r>
            <a:endParaRPr sz="1140"/>
          </a:p>
        </p:txBody>
      </p:sp>
      <p:sp>
        <p:nvSpPr>
          <p:cNvPr id="60" name="Shape 14">
            <a:extLst xmlns:a="http://schemas.openxmlformats.org/drawingml/2006/main">
              <a:ext uri="{FF2B5EF4-FFF2-40B4-BE49-F238E27FC236}">
                <a16:creationId xmlns:a16="http://schemas.microsoft.com/office/drawing/2014/main" id="{B0B0ACF9-A505-4AD8-91BC-EC2C71E7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52700"/>
            <a:ext cx="367665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61" name="Text 15">
            <a:extLst xmlns:a="http://schemas.openxmlformats.org/drawingml/2006/main">
              <a:ext uri="{FF2B5EF4-FFF2-40B4-BE49-F238E27FC236}">
                <a16:creationId xmlns:a16="http://schemas.microsoft.com/office/drawing/2014/main" id="{33106985-AE6D-4E9E-9B6A-4D481807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62325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800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800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3  Пять моделей → одна оценка</a:t>
            </a:r>
            <a:endParaRPr sz="1639"/>
          </a:p>
        </p:txBody>
      </p:sp>
      <p:sp>
        <p:nvSpPr>
          <p:cNvPr id="62" name="Text 16">
            <a:extLst xmlns:a="http://schemas.openxmlformats.org/drawingml/2006/main">
              <a:ext uri="{FF2B5EF4-FFF2-40B4-BE49-F238E27FC236}">
                <a16:creationId xmlns:a16="http://schemas.microsoft.com/office/drawing/2014/main" id="{3300ECA0-0E53-4B01-8E37-4E0E60CC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75285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Оригинал + отражение → среднее</a:t>
            </a:r>
            <a:endParaRPr sz="1140"/>
          </a:p>
          <a:p xmlns:a="http://schemas.openxmlformats.org/drawingml/2006/main">
            <a:pPr marL="0" indent="0" algn="l">
              <a:lnSpc>
                <a:spcPts val="1368"/>
              </a:lnSpc>
              <a:buNone/>
              <a:defRPr sz="14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4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Ожидаемая загрузка, без округления</a:t>
            </a:r>
            <a:endParaRPr sz="1140"/>
          </a:p>
        </p:txBody>
      </p:sp>
      <p:pic>
        <p:nvPicPr>
          <p:cNvPr id="170" name="Imag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172e2d65f4faa"/>
          <a:srcRect xmlns:a="http://schemas.openxmlformats.org/drawingml/2006/main" l="0" t="0" r="0" b="8917"/>
          <a:stretch xmlns:a="http://schemas.openxmlformats.org/drawingml/2006/main"/>
        </p:blipFill>
        <p:spPr>
          <a:xfrm xmlns:a="http://schemas.openxmlformats.org/drawingml/2006/main">
            <a:off x="4657725" y="1057275"/>
            <a:ext cx="4486275" cy="4086225"/>
          </a:xfrm>
          <a:prstGeom xmlns:a="http://schemas.openxmlformats.org/drawingml/2006/main" prst="rect">
            <a:avLst/>
          </a:prstGeom>
        </p:spPr>
      </p:pic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CD915FE-F4E6-4E68-9A09-7722F17D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7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350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В сервисе — сохранённый повторный прогон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350" b="1">
                <a:solidFill>
                  <a:srgbClr val="FFFFFF"/>
                </a:solidFill>
                <a:latin typeface="Golos"/>
                <a:ea typeface="Golos"/>
                <a:cs typeface="Golos"/>
              </a:rPr>
              <a:t>OOF MAE: primary 5.9028 · secondary 5.9255</a:t>
            </a:r>
          </a:p>
        </p:txBody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172d79c2742a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72325" y="304800"/>
            <a:ext cx="1095375" cy="304800"/>
          </a:xfrm>
          <a:prstGeom xmlns:a="http://schemas.openxmlformats.org/drawingml/2006/main" prst="rect">
            <a:avLst/>
          </a:prstGeom>
        </p:spPr>
      </p:pic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dca91b1304d9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71966" y="445103"/>
            <a:ext cx="15716" cy="22574"/>
          </a:xfrm>
          <a:prstGeom xmlns:a="http://schemas.openxmlformats.org/drawingml/2006/main" prst="rect">
            <a:avLst/>
          </a:prstGeom>
        </p:spPr>
      </p:pic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c1ce203f4474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89873" y="436055"/>
            <a:ext cx="16288" cy="38862"/>
          </a:xfrm>
          <a:prstGeom xmlns:a="http://schemas.openxmlformats.org/drawingml/2006/main" prst="rect">
            <a:avLst/>
          </a:prstGeom>
        </p:spPr>
      </p:pic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d4c3af5ec446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08066" y="445103"/>
            <a:ext cx="15335" cy="22574"/>
          </a:xfrm>
          <a:prstGeom xmlns:a="http://schemas.openxmlformats.org/drawingml/2006/main" prst="rect">
            <a:avLst/>
          </a:prstGeom>
        </p:spPr>
      </p:pic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ea941620d490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49532" y="445103"/>
            <a:ext cx="16002" cy="22574"/>
          </a:xfrm>
          <a:prstGeom xmlns:a="http://schemas.openxmlformats.org/drawingml/2006/main" prst="rect">
            <a:avLst/>
          </a:prstGeom>
        </p:spPr>
      </p:pic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bba8adc2a4d5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5632" y="445103"/>
            <a:ext cx="15335" cy="22574"/>
          </a:xfrm>
          <a:prstGeom xmlns:a="http://schemas.openxmlformats.org/drawingml/2006/main" prst="rect">
            <a:avLst/>
          </a:prstGeom>
        </p:spPr>
      </p:pic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bd12cd8904cf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8863" y="199263"/>
            <a:ext cx="515493" cy="515493"/>
          </a:xfrm>
          <a:prstGeom xmlns:a="http://schemas.openxmlformats.org/drawingml/2006/main" prst="rect">
            <a:avLst/>
          </a:prstGeom>
        </p:spPr>
      </p:pic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b020ed25142e7"/>
          <a:srcRect xmlns:a="http://schemas.openxmlformats.org/drawingml/2006/main" l="0" t="0" r="0" b="6"/>
          <a:stretch xmlns:a="http://schemas.openxmlformats.org/drawingml/2006/main"/>
        </p:blipFill>
        <p:spPr>
          <a:xfrm xmlns:a="http://schemas.openxmlformats.org/drawingml/2006/main">
            <a:off x="8622411" y="417100"/>
            <a:ext cx="24670" cy="16002"/>
          </a:xfrm>
          <a:prstGeom xmlns:a="http://schemas.openxmlformats.org/drawingml/2006/main" prst="rect">
            <a:avLst/>
          </a:prstGeom>
        </p:spPr>
      </p:pic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0d6bb639b4a4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17077" y="428149"/>
            <a:ext cx="23908" cy="11049"/>
          </a:xfrm>
          <a:prstGeom xmlns:a="http://schemas.openxmlformats.org/drawingml/2006/main" prst="rect">
            <a:avLst/>
          </a:prstGeom>
        </p:spPr>
      </p:pic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cc93ee9b744c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44890" y="412528"/>
            <a:ext cx="9430" cy="10097"/>
          </a:xfrm>
          <a:prstGeom xmlns:a="http://schemas.openxmlformats.org/drawingml/2006/main" prst="rect">
            <a:avLst/>
          </a:prstGeom>
        </p:spPr>
      </p:pic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ffb81d3f449b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500920"/>
            <a:ext cx="11906" cy="14383"/>
          </a:xfrm>
          <a:prstGeom xmlns:a="http://schemas.openxmlformats.org/drawingml/2006/main" prst="rect">
            <a:avLst/>
          </a:prstGeom>
        </p:spPr>
      </p:pic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9a523b0334d47"/>
          <a:srcRect xmlns:a="http://schemas.openxmlformats.org/drawingml/2006/main" l="0" t="0" r="10" b="7"/>
          <a:stretch xmlns:a="http://schemas.openxmlformats.org/drawingml/2006/main"/>
        </p:blipFill>
        <p:spPr>
          <a:xfrm xmlns:a="http://schemas.openxmlformats.org/drawingml/2006/main">
            <a:off x="8705755" y="501586"/>
            <a:ext cx="10001" cy="13526"/>
          </a:xfrm>
          <a:prstGeom xmlns:a="http://schemas.openxmlformats.org/drawingml/2006/main" prst="rect">
            <a:avLst/>
          </a:prstGeom>
        </p:spPr>
      </p:pic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52444ab9a46a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477393"/>
            <a:ext cx="11906" cy="17621"/>
          </a:xfrm>
          <a:prstGeom xmlns:a="http://schemas.openxmlformats.org/drawingml/2006/main" prst="rect">
            <a:avLst/>
          </a:prstGeom>
        </p:spPr>
      </p:pic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fd6c264b446c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8515" y="501301"/>
            <a:ext cx="10954" cy="14097"/>
          </a:xfrm>
          <a:prstGeom xmlns:a="http://schemas.openxmlformats.org/drawingml/2006/main" prst="rect">
            <a:avLst/>
          </a:prstGeom>
        </p:spPr>
      </p:pic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44259f88b40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8800" y="479298"/>
            <a:ext cx="10954" cy="16097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8b893abbf4d0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08612" y="447866"/>
            <a:ext cx="19336" cy="5715"/>
          </a:xfrm>
          <a:prstGeom xmlns:a="http://schemas.openxmlformats.org/drawingml/2006/main" prst="rect">
            <a:avLst/>
          </a:prstGeom>
        </p:spPr>
      </p:pic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924fca94641f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9750" y="457391"/>
            <a:ext cx="15716" cy="5048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3e5b309e14f5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14505" y="543401"/>
            <a:ext cx="36767" cy="7620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cca41e89c4d3b"/>
          <a:srcRect xmlns:a="http://schemas.openxmlformats.org/drawingml/2006/main" l="0" t="0" r="0" b="10"/>
          <a:stretch xmlns:a="http://schemas.openxmlformats.org/drawingml/2006/main"/>
        </p:blipFill>
        <p:spPr>
          <a:xfrm xmlns:a="http://schemas.openxmlformats.org/drawingml/2006/main">
            <a:off x="8745760" y="565309"/>
            <a:ext cx="51626" cy="10001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de557c6ab4362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673846" y="553688"/>
            <a:ext cx="46673" cy="9239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06c2c78194d6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17922" y="288322"/>
            <a:ext cx="337376" cy="337376"/>
          </a:xfrm>
          <a:prstGeom xmlns:a="http://schemas.openxmlformats.org/drawingml/2006/main" prst="rect">
            <a:avLst/>
          </a:prstGeom>
        </p:spPr>
      </p:pic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37e123f57404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58130" y="436340"/>
            <a:ext cx="11621" cy="8192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802f47908442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432911"/>
            <a:ext cx="15716" cy="5620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8dffe74d14f24"/>
          <a:srcRect xmlns:a="http://schemas.openxmlformats.org/drawingml/2006/main" l="0" t="0" r="0" b="19"/>
          <a:stretch xmlns:a="http://schemas.openxmlformats.org/drawingml/2006/main"/>
        </p:blipFill>
        <p:spPr>
          <a:xfrm xmlns:a="http://schemas.openxmlformats.org/drawingml/2006/main">
            <a:off x="8668798" y="436340"/>
            <a:ext cx="15335" cy="5334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5e818c9344ac7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461820" y="503492"/>
            <a:ext cx="60484" cy="59246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6beaeecc6439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91252" y="556165"/>
            <a:ext cx="64865" cy="64580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f62a00b3b4c8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38591" y="599694"/>
            <a:ext cx="64008" cy="64294"/>
          </a:xfrm>
          <a:prstGeom xmlns:a="http://schemas.openxmlformats.org/drawingml/2006/main" prst="rect">
            <a:avLst/>
          </a:prstGeom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31718dd90413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02504" y="634556"/>
            <a:ext cx="52959" cy="49530"/>
          </a:xfrm>
          <a:prstGeom xmlns:a="http://schemas.openxmlformats.org/drawingml/2006/main" prst="rect">
            <a:avLst/>
          </a:prstGeom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d9f1dee394834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670036" y="643890"/>
            <a:ext cx="45149" cy="48006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8bf05b6a947f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30044" y="632365"/>
            <a:ext cx="51911" cy="49721"/>
          </a:xfrm>
          <a:prstGeom xmlns:a="http://schemas.openxmlformats.org/drawingml/2006/main" prst="rect">
            <a:avLst/>
          </a:prstGeom>
        </p:spPr>
      </p:pic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78dd40c044aee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784146" y="596932"/>
            <a:ext cx="58674" cy="66199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57145f28a4a5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24627" y="552069"/>
            <a:ext cx="64865" cy="64294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b1e08d08d490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62917" y="503492"/>
            <a:ext cx="49911" cy="50006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c9e43f205434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58391" y="356045"/>
            <a:ext cx="50864" cy="58007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ff08884db46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1251" y="306800"/>
            <a:ext cx="64294" cy="63627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aaa1077164c20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519827" y="262604"/>
            <a:ext cx="64865" cy="65246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f63cd2146444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70976" y="240125"/>
            <a:ext cx="54388" cy="55436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885b22055460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25459" y="222504"/>
            <a:ext cx="46387" cy="53626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2a9baa8a5466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6894" y="221552"/>
            <a:ext cx="43625" cy="47625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3430c57534016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725948" y="231077"/>
            <a:ext cx="50006" cy="49244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5b45cce6448f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67858" y="244793"/>
            <a:ext cx="63341" cy="64008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594f181c549ea"/>
          <a:srcRect xmlns:a="http://schemas.openxmlformats.org/drawingml/2006/main" l="0" t="0" r="2" b="2"/>
          <a:stretch xmlns:a="http://schemas.openxmlformats.org/drawingml/2006/main"/>
        </p:blipFill>
        <p:spPr>
          <a:xfrm xmlns:a="http://schemas.openxmlformats.org/drawingml/2006/main">
            <a:off x="8819007" y="278035"/>
            <a:ext cx="53340" cy="52959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a4106376c4bc1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840343" y="320040"/>
            <a:ext cx="59627" cy="56769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fe60689924a2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65108" y="362998"/>
            <a:ext cx="53626" cy="432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513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942B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E2983FF-4D09-486F-BDD2-A17433E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0500"/>
            <a:ext cx="1781175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6D1A09A-A938-455C-A700-95B47E58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8" name="Shape 2">
            <a:extLst xmlns:a="http://schemas.openxmlformats.org/drawingml/2006/main">
              <a:ext uri="{FF2B5EF4-FFF2-40B4-BE49-F238E27FC236}">
                <a16:creationId xmlns:a16="http://schemas.microsoft.com/office/drawing/2014/main" id="{08B01E7A-9656-4604-872B-111A0BF8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3375"/>
            <a:ext cx="8763000" cy="2847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9" name="Shape 3">
            <a:extLst xmlns:a="http://schemas.openxmlformats.org/drawingml/2006/main">
              <a:ext uri="{FF2B5EF4-FFF2-40B4-BE49-F238E27FC236}">
                <a16:creationId xmlns:a16="http://schemas.microsoft.com/office/drawing/2014/main" id="{200D99AC-7B12-4216-8145-6FA625CB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3375"/>
            <a:ext cx="4948238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0" name="Text 4">
            <a:extLst xmlns:a="http://schemas.openxmlformats.org/drawingml/2006/main">
              <a:ext uri="{FF2B5EF4-FFF2-40B4-BE49-F238E27FC236}">
                <a16:creationId xmlns:a16="http://schemas.microsoft.com/office/drawing/2014/main" id="{DEC594CF-FF5A-4566-AD46-EF656061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85750"/>
            <a:ext cx="681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65"/>
              </a:lnSpc>
              <a:buNone/>
              <a:defRPr sz="25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25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Как работает сервис</a:t>
            </a:r>
            <a:endParaRPr sz="2850"/>
          </a:p>
        </p:txBody>
      </p:sp>
      <p:sp>
        <p:nvSpPr>
          <p:cNvPr id="51" name="Shape 5">
            <a:extLst xmlns:a="http://schemas.openxmlformats.org/drawingml/2006/main">
              <a:ext uri="{FF2B5EF4-FFF2-40B4-BE49-F238E27FC236}">
                <a16:creationId xmlns:a16="http://schemas.microsoft.com/office/drawing/2014/main" id="{B612EB4E-27C9-466E-8961-554042A2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85825"/>
            <a:ext cx="4714875" cy="3333750"/>
          </a:xfrm>
          <a:prstGeom xmlns:a="http://schemas.openxmlformats.org/drawingml/2006/main" prst="roundRect">
            <a:avLst>
              <a:gd name="adj" fmla="val 239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2" name="Shape 6">
            <a:extLst xmlns:a="http://schemas.openxmlformats.org/drawingml/2006/main">
              <a:ext uri="{FF2B5EF4-FFF2-40B4-BE49-F238E27FC236}">
                <a16:creationId xmlns:a16="http://schemas.microsoft.com/office/drawing/2014/main" id="{D121627B-9E00-4C7E-9F44-C3FBC6C7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71575"/>
            <a:ext cx="4071938" cy="1724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3" name="Shape 7">
            <a:extLst xmlns:a="http://schemas.openxmlformats.org/drawingml/2006/main">
              <a:ext uri="{FF2B5EF4-FFF2-40B4-BE49-F238E27FC236}">
                <a16:creationId xmlns:a16="http://schemas.microsoft.com/office/drawing/2014/main" id="{77C801F0-D122-4CAF-B693-09BCEE58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71575"/>
            <a:ext cx="4071938" cy="123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79" name="Imag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8a734d66a48d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1000" y="1171575"/>
            <a:ext cx="209550" cy="146304"/>
          </a:xfrm>
          <a:prstGeom xmlns:a="http://schemas.openxmlformats.org/drawingml/2006/main" prst="rect">
            <a:avLst/>
          </a:prstGeom>
        </p:spPr>
      </p:pic>
      <p:sp>
        <p:nvSpPr>
          <p:cNvPr id="55" name="Text 8">
            <a:extLst xmlns:a="http://schemas.openxmlformats.org/drawingml/2006/main">
              <a:ext uri="{FF2B5EF4-FFF2-40B4-BE49-F238E27FC236}">
                <a16:creationId xmlns:a16="http://schemas.microsoft.com/office/drawing/2014/main" id="{A079511C-26F8-4F6C-BC89-9AE815B5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52525"/>
            <a:ext cx="404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57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7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Фото + номер перевозки</a:t>
            </a:r>
            <a:endParaRPr sz="1140"/>
          </a:p>
        </p:txBody>
      </p:sp>
      <p:sp>
        <p:nvSpPr>
          <p:cNvPr id="56" name="Shape 9">
            <a:extLst xmlns:a="http://schemas.openxmlformats.org/drawingml/2006/main">
              <a:ext uri="{FF2B5EF4-FFF2-40B4-BE49-F238E27FC236}">
                <a16:creationId xmlns:a16="http://schemas.microsoft.com/office/drawing/2014/main" id="{ABA97099-A19F-40CD-B768-E22E3820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38275"/>
            <a:ext cx="4071938" cy="123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82" name="Imag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8a734d66a48d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1000" y="1581150"/>
            <a:ext cx="209550" cy="146304"/>
          </a:xfrm>
          <a:prstGeom xmlns:a="http://schemas.openxmlformats.org/drawingml/2006/main" prst="rect">
            <a:avLst/>
          </a:prstGeom>
        </p:spPr>
      </p:pic>
      <p:sp>
        <p:nvSpPr>
          <p:cNvPr id="58" name="Text 10">
            <a:extLst xmlns:a="http://schemas.openxmlformats.org/drawingml/2006/main">
              <a:ext uri="{FF2B5EF4-FFF2-40B4-BE49-F238E27FC236}">
                <a16:creationId xmlns:a16="http://schemas.microsoft.com/office/drawing/2014/main" id="{B69F482E-EA37-4595-80C4-165540D8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04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57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7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XML API · FastAPI</a:t>
            </a:r>
            <a:endParaRPr sz="1140"/>
          </a:p>
        </p:txBody>
      </p:sp>
      <p:sp>
        <p:nvSpPr>
          <p:cNvPr id="59" name="Shape 11">
            <a:extLst xmlns:a="http://schemas.openxmlformats.org/drawingml/2006/main">
              <a:ext uri="{FF2B5EF4-FFF2-40B4-BE49-F238E27FC236}">
                <a16:creationId xmlns:a16="http://schemas.microsoft.com/office/drawing/2014/main" id="{D1BC7D97-A48A-48F8-8189-2E7FFF80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04975"/>
            <a:ext cx="4071938" cy="123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85" name="Image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8a734d66a48d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1000" y="1990725"/>
            <a:ext cx="209550" cy="146304"/>
          </a:xfrm>
          <a:prstGeom xmlns:a="http://schemas.openxmlformats.org/drawingml/2006/main" prst="rect">
            <a:avLst/>
          </a:prstGeom>
        </p:spPr>
      </p:pic>
      <p:sp>
        <p:nvSpPr>
          <p:cNvPr id="61" name="Text 12">
            <a:extLst xmlns:a="http://schemas.openxmlformats.org/drawingml/2006/main">
              <a:ext uri="{FF2B5EF4-FFF2-40B4-BE49-F238E27FC236}">
                <a16:creationId xmlns:a16="http://schemas.microsoft.com/office/drawing/2014/main" id="{86439CD1-A829-485F-AD1B-7382D7DD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404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57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7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Проверка JPEG / PNG</a:t>
            </a:r>
            <a:endParaRPr sz="1140"/>
          </a:p>
        </p:txBody>
      </p:sp>
      <p:sp>
        <p:nvSpPr>
          <p:cNvPr id="62" name="Shape 13">
            <a:extLst xmlns:a="http://schemas.openxmlformats.org/drawingml/2006/main">
              <a:ext uri="{FF2B5EF4-FFF2-40B4-BE49-F238E27FC236}">
                <a16:creationId xmlns:a16="http://schemas.microsoft.com/office/drawing/2014/main" id="{168163F1-A170-4B4E-A6A7-7AF0703F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71675"/>
            <a:ext cx="4071938" cy="123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88" name="Imag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8a734d66a48d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1000" y="2400300"/>
            <a:ext cx="209550" cy="146304"/>
          </a:xfrm>
          <a:prstGeom xmlns:a="http://schemas.openxmlformats.org/drawingml/2006/main" prst="rect">
            <a:avLst/>
          </a:prstGeom>
        </p:spPr>
      </p:pic>
      <p:sp>
        <p:nvSpPr>
          <p:cNvPr id="64" name="Text 14">
            <a:extLst xmlns:a="http://schemas.openxmlformats.org/drawingml/2006/main">
              <a:ext uri="{FF2B5EF4-FFF2-40B4-BE49-F238E27FC236}">
                <a16:creationId xmlns:a16="http://schemas.microsoft.com/office/drawing/2014/main" id="{8CADD4C1-ACA5-45D6-9264-5D7187AF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404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57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7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Attention518 · пять моделей</a:t>
            </a:r>
            <a:endParaRPr sz="1140"/>
          </a:p>
        </p:txBody>
      </p:sp>
      <p:sp>
        <p:nvSpPr>
          <p:cNvPr id="65" name="Shape 15">
            <a:extLst xmlns:a="http://schemas.openxmlformats.org/drawingml/2006/main">
              <a:ext uri="{FF2B5EF4-FFF2-40B4-BE49-F238E27FC236}">
                <a16:creationId xmlns:a16="http://schemas.microsoft.com/office/drawing/2014/main" id="{5B89F85E-CFF5-4EF7-8D3B-D8D1BD49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38375"/>
            <a:ext cx="4071938" cy="123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91" name="Imag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8a734d66a48d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1000" y="2809875"/>
            <a:ext cx="209550" cy="146304"/>
          </a:xfrm>
          <a:prstGeom xmlns:a="http://schemas.openxmlformats.org/drawingml/2006/main" prst="rect">
            <a:avLst/>
          </a:prstGeom>
        </p:spPr>
      </p:pic>
      <p:sp>
        <p:nvSpPr>
          <p:cNvPr id="67" name="Text 16">
            <a:extLst xmlns:a="http://schemas.openxmlformats.org/drawingml/2006/main">
              <a:ext uri="{FF2B5EF4-FFF2-40B4-BE49-F238E27FC236}">
                <a16:creationId xmlns:a16="http://schemas.microsoft.com/office/drawing/2014/main" id="{9A454DE0-CD0B-455C-B7B6-A59AFE6B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404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57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7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Оценка загрузки 0–100%</a:t>
            </a:r>
            <a:endParaRPr sz="1140"/>
          </a:p>
        </p:txBody>
      </p:sp>
      <p:sp>
        <p:nvSpPr>
          <p:cNvPr id="68" name="Shape 17">
            <a:extLst xmlns:a="http://schemas.openxmlformats.org/drawingml/2006/main">
              <a:ext uri="{FF2B5EF4-FFF2-40B4-BE49-F238E27FC236}">
                <a16:creationId xmlns:a16="http://schemas.microsoft.com/office/drawing/2014/main" id="{DA6BF578-723F-4698-8179-9664F3BA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05075"/>
            <a:ext cx="4071938" cy="123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94" name="Image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8a734d66a48d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1000" y="3219450"/>
            <a:ext cx="209550" cy="146304"/>
          </a:xfrm>
          <a:prstGeom xmlns:a="http://schemas.openxmlformats.org/drawingml/2006/main" prst="rect">
            <a:avLst/>
          </a:prstGeom>
        </p:spPr>
      </p:pic>
      <p:sp>
        <p:nvSpPr>
          <p:cNvPr id="70" name="Text 18">
            <a:extLst xmlns:a="http://schemas.openxmlformats.org/drawingml/2006/main">
              <a:ext uri="{FF2B5EF4-FFF2-40B4-BE49-F238E27FC236}">
                <a16:creationId xmlns:a16="http://schemas.microsoft.com/office/drawing/2014/main" id="{4E6CFB1B-24B7-4BE2-BF48-F109F03F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404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57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7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SQLite · результат + номер</a:t>
            </a:r>
            <a:endParaRPr sz="1140"/>
          </a:p>
        </p:txBody>
      </p:sp>
      <p:sp>
        <p:nvSpPr>
          <p:cNvPr id="71" name="Shape 19">
            <a:extLst xmlns:a="http://schemas.openxmlformats.org/drawingml/2006/main">
              <a:ext uri="{FF2B5EF4-FFF2-40B4-BE49-F238E27FC236}">
                <a16:creationId xmlns:a16="http://schemas.microsoft.com/office/drawing/2014/main" id="{FB4A17C5-B5BD-4AF3-BFFE-AA0110CB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71775"/>
            <a:ext cx="4071938" cy="123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97" name="Imag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8a734d66a48d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1000" y="3629025"/>
            <a:ext cx="209550" cy="146304"/>
          </a:xfrm>
          <a:prstGeom xmlns:a="http://schemas.openxmlformats.org/drawingml/2006/main" prst="rect">
            <a:avLst/>
          </a:prstGeom>
        </p:spPr>
      </p:pic>
      <p:sp>
        <p:nvSpPr>
          <p:cNvPr id="73" name="Text 20">
            <a:extLst xmlns:a="http://schemas.openxmlformats.org/drawingml/2006/main">
              <a:ext uri="{FF2B5EF4-FFF2-40B4-BE49-F238E27FC236}">
                <a16:creationId xmlns:a16="http://schemas.microsoft.com/office/drawing/2014/main" id="{6C0BEF59-66FB-4F66-9236-51B945A8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404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368"/>
              </a:lnSpc>
              <a:buNone/>
              <a:defRPr sz="1575" b="0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575" b="0">
                <a:solidFill>
                  <a:srgbClr val="2942BB"/>
                </a:solidFill>
                <a:latin typeface="Golos"/>
                <a:ea typeface="Golos"/>
                <a:cs typeface="Golos"/>
              </a:rPr>
              <a:t>XML-ответ и история перевозки</a:t>
            </a:r>
            <a:endParaRPr sz="1140"/>
          </a:p>
        </p:txBody>
      </p:sp>
      <p:pic>
        <p:nvPicPr>
          <p:cNvPr id="199" name="Imag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8fc39c03c4945"/>
          <a:srcRect xmlns:a="http://schemas.openxmlformats.org/drawingml/2006/main" l="0" t="0" r="0" b="3359"/>
          <a:stretch xmlns:a="http://schemas.openxmlformats.org/drawingml/2006/main"/>
        </p:blipFill>
        <p:spPr>
          <a:xfrm xmlns:a="http://schemas.openxmlformats.org/drawingml/2006/main">
            <a:off x="5238750" y="1581150"/>
            <a:ext cx="3686175" cy="3562350"/>
          </a:xfrm>
          <a:prstGeom xmlns:a="http://schemas.openxmlformats.org/drawingml/2006/main" prst="rect">
            <a:avLst/>
          </a:prstGeom>
        </p:spPr>
      </p:pic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100D5D3-E4C5-4080-A844-7176155C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41960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6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Оценка сохраняется в истории перевозки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6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и доступна повторно.</a:t>
            </a:r>
          </a:p>
        </p:txBody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0708f8ffe43d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72325" y="304800"/>
            <a:ext cx="1095375" cy="304800"/>
          </a:xfrm>
          <a:prstGeom xmlns:a="http://schemas.openxmlformats.org/drawingml/2006/main" prst="rect">
            <a:avLst/>
          </a:prstGeom>
        </p:spPr>
      </p:pic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44bdf58884a4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71966" y="445103"/>
            <a:ext cx="15716" cy="22574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3bbf7ad074a7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89873" y="436055"/>
            <a:ext cx="16288" cy="38862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c5412b881401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08066" y="445103"/>
            <a:ext cx="15335" cy="22574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ab59b65724ab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49532" y="445103"/>
            <a:ext cx="16002" cy="22574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a3e2cb45b4b8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5632" y="445103"/>
            <a:ext cx="15335" cy="22574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4ce837f55427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8863" y="199263"/>
            <a:ext cx="515493" cy="515493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eb12ba0004e1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22411" y="417100"/>
            <a:ext cx="24670" cy="16002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4dc209fd24fdd"/>
          <a:srcRect xmlns:a="http://schemas.openxmlformats.org/drawingml/2006/main" l="0" t="0" r="0" b="9"/>
          <a:stretch xmlns:a="http://schemas.openxmlformats.org/drawingml/2006/main"/>
        </p:blipFill>
        <p:spPr>
          <a:xfrm xmlns:a="http://schemas.openxmlformats.org/drawingml/2006/main">
            <a:off x="8617077" y="428149"/>
            <a:ext cx="23908" cy="11049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c58841f774407"/>
          <a:srcRect xmlns:a="http://schemas.openxmlformats.org/drawingml/2006/main" l="0" t="0" r="0" b="30"/>
          <a:stretch xmlns:a="http://schemas.openxmlformats.org/drawingml/2006/main"/>
        </p:blipFill>
        <p:spPr>
          <a:xfrm xmlns:a="http://schemas.openxmlformats.org/drawingml/2006/main">
            <a:off x="8644890" y="412528"/>
            <a:ext cx="9430" cy="10097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4f8fa7f764b41"/>
          <a:srcRect xmlns:a="http://schemas.openxmlformats.org/drawingml/2006/main" l="0" t="0" r="0" b="21"/>
          <a:stretch xmlns:a="http://schemas.openxmlformats.org/drawingml/2006/main"/>
        </p:blipFill>
        <p:spPr>
          <a:xfrm xmlns:a="http://schemas.openxmlformats.org/drawingml/2006/main">
            <a:off x="8670608" y="500920"/>
            <a:ext cx="11906" cy="14383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c3c4b75d9494c"/>
          <a:srcRect xmlns:a="http://schemas.openxmlformats.org/drawingml/2006/main" l="0" t="0" r="10" b="7"/>
          <a:stretch xmlns:a="http://schemas.openxmlformats.org/drawingml/2006/main"/>
        </p:blipFill>
        <p:spPr>
          <a:xfrm xmlns:a="http://schemas.openxmlformats.org/drawingml/2006/main">
            <a:off x="8705755" y="501586"/>
            <a:ext cx="10001" cy="13526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fe28458c149a2"/>
          <a:srcRect xmlns:a="http://schemas.openxmlformats.org/drawingml/2006/main" l="0" t="0" r="0" b="11"/>
          <a:stretch xmlns:a="http://schemas.openxmlformats.org/drawingml/2006/main"/>
        </p:blipFill>
        <p:spPr>
          <a:xfrm xmlns:a="http://schemas.openxmlformats.org/drawingml/2006/main">
            <a:off x="8670608" y="477393"/>
            <a:ext cx="11906" cy="17621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4a54a0cb941a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8515" y="501301"/>
            <a:ext cx="10954" cy="14097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ac84d779447cd"/>
          <a:srcRect xmlns:a="http://schemas.openxmlformats.org/drawingml/2006/main" l="0" t="0" r="0" b="12"/>
          <a:stretch xmlns:a="http://schemas.openxmlformats.org/drawingml/2006/main"/>
        </p:blipFill>
        <p:spPr>
          <a:xfrm xmlns:a="http://schemas.openxmlformats.org/drawingml/2006/main">
            <a:off x="8688800" y="479298"/>
            <a:ext cx="10954" cy="16097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c38619e624d2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08612" y="447866"/>
            <a:ext cx="19336" cy="5715"/>
          </a:xfrm>
          <a:prstGeom xmlns:a="http://schemas.openxmlformats.org/drawingml/2006/main" prst="rect">
            <a:avLst/>
          </a:prstGeom>
        </p:spPr>
      </p:pic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6b50b954b4b4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9750" y="457391"/>
            <a:ext cx="15716" cy="5048"/>
          </a:xfrm>
          <a:prstGeom xmlns:a="http://schemas.openxmlformats.org/drawingml/2006/main" prst="rect">
            <a:avLst/>
          </a:prstGeom>
        </p:spPr>
      </p:pic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7d6771ec34bc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14505" y="543401"/>
            <a:ext cx="36767" cy="7620"/>
          </a:xfrm>
          <a:prstGeom xmlns:a="http://schemas.openxmlformats.org/drawingml/2006/main" prst="rect">
            <a:avLst/>
          </a:prstGeom>
        </p:spPr>
      </p:pic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55d4d34664b3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5760" y="565309"/>
            <a:ext cx="51626" cy="10097"/>
          </a:xfrm>
          <a:prstGeom xmlns:a="http://schemas.openxmlformats.org/drawingml/2006/main" prst="rect">
            <a:avLst/>
          </a:prstGeom>
        </p:spPr>
      </p:pic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fde97efa6407f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673846" y="553688"/>
            <a:ext cx="46673" cy="9239"/>
          </a:xfrm>
          <a:prstGeom xmlns:a="http://schemas.openxmlformats.org/drawingml/2006/main" prst="rect">
            <a:avLst/>
          </a:prstGeom>
        </p:spPr>
      </p:pic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94fc2162448b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17922" y="288322"/>
            <a:ext cx="337376" cy="337376"/>
          </a:xfrm>
          <a:prstGeom xmlns:a="http://schemas.openxmlformats.org/drawingml/2006/main" prst="rect">
            <a:avLst/>
          </a:prstGeom>
        </p:spPr>
      </p:pic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7cd0a169949f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58130" y="436340"/>
            <a:ext cx="11621" cy="8192"/>
          </a:xfrm>
          <a:prstGeom xmlns:a="http://schemas.openxmlformats.org/drawingml/2006/main" prst="rect">
            <a:avLst/>
          </a:prstGeom>
        </p:spPr>
      </p:pic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9f8e903eb4a3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432911"/>
            <a:ext cx="15716" cy="5620"/>
          </a:xfrm>
          <a:prstGeom xmlns:a="http://schemas.openxmlformats.org/drawingml/2006/main" prst="rect">
            <a:avLst/>
          </a:prstGeom>
        </p:spPr>
      </p:pic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111427f1c4b37"/>
          <a:srcRect xmlns:a="http://schemas.openxmlformats.org/drawingml/2006/main" l="0" t="0" r="0" b="19"/>
          <a:stretch xmlns:a="http://schemas.openxmlformats.org/drawingml/2006/main"/>
        </p:blipFill>
        <p:spPr>
          <a:xfrm xmlns:a="http://schemas.openxmlformats.org/drawingml/2006/main">
            <a:off x="8668798" y="436340"/>
            <a:ext cx="15335" cy="5334"/>
          </a:xfrm>
          <a:prstGeom xmlns:a="http://schemas.openxmlformats.org/drawingml/2006/main" prst="rect">
            <a:avLst/>
          </a:prstGeom>
        </p:spPr>
      </p:pic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1f2acf638425f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461820" y="503492"/>
            <a:ext cx="60484" cy="59246"/>
          </a:xfrm>
          <a:prstGeom xmlns:a="http://schemas.openxmlformats.org/drawingml/2006/main" prst="rect">
            <a:avLst/>
          </a:prstGeom>
        </p:spPr>
      </p:pic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5697fcda94200"/>
          <a:srcRect xmlns:a="http://schemas.openxmlformats.org/drawingml/2006/main" l="0" t="0" r="0" b="3"/>
          <a:stretch xmlns:a="http://schemas.openxmlformats.org/drawingml/2006/main"/>
        </p:blipFill>
        <p:spPr>
          <a:xfrm xmlns:a="http://schemas.openxmlformats.org/drawingml/2006/main">
            <a:off x="8491252" y="556165"/>
            <a:ext cx="64865" cy="64580"/>
          </a:xfrm>
          <a:prstGeom xmlns:a="http://schemas.openxmlformats.org/drawingml/2006/main" prst="rect">
            <a:avLst/>
          </a:prstGeom>
        </p:spPr>
      </p:pic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ea7b9b59c4cd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38591" y="599694"/>
            <a:ext cx="64008" cy="64294"/>
          </a:xfrm>
          <a:prstGeom xmlns:a="http://schemas.openxmlformats.org/drawingml/2006/main" prst="rect">
            <a:avLst/>
          </a:prstGeom>
        </p:spPr>
      </p:pic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6c59f4be0488a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602504" y="634556"/>
            <a:ext cx="52959" cy="49530"/>
          </a:xfrm>
          <a:prstGeom xmlns:a="http://schemas.openxmlformats.org/drawingml/2006/main" prst="rect">
            <a:avLst/>
          </a:prstGeom>
        </p:spPr>
      </p:pic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c3d5f9f8c4154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670036" y="643890"/>
            <a:ext cx="45149" cy="48006"/>
          </a:xfrm>
          <a:prstGeom xmlns:a="http://schemas.openxmlformats.org/drawingml/2006/main" prst="rect">
            <a:avLst/>
          </a:prstGeom>
        </p:spPr>
      </p:pic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27a8e5b7d4a83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730044" y="632365"/>
            <a:ext cx="51911" cy="49721"/>
          </a:xfrm>
          <a:prstGeom xmlns:a="http://schemas.openxmlformats.org/drawingml/2006/main" prst="rect">
            <a:avLst/>
          </a:prstGeom>
        </p:spPr>
      </p:pic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c9e30fa8842ba"/>
          <a:srcRect xmlns:a="http://schemas.openxmlformats.org/drawingml/2006/main" l="0" t="0" r="2" b="3"/>
          <a:stretch xmlns:a="http://schemas.openxmlformats.org/drawingml/2006/main"/>
        </p:blipFill>
        <p:spPr>
          <a:xfrm xmlns:a="http://schemas.openxmlformats.org/drawingml/2006/main">
            <a:off x="8784146" y="596932"/>
            <a:ext cx="58674" cy="66199"/>
          </a:xfrm>
          <a:prstGeom xmlns:a="http://schemas.openxmlformats.org/drawingml/2006/main" prst="rect">
            <a:avLst/>
          </a:prstGeom>
        </p:spPr>
      </p:pic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987159b6b4ed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24627" y="552069"/>
            <a:ext cx="64865" cy="64294"/>
          </a:xfrm>
          <a:prstGeom xmlns:a="http://schemas.openxmlformats.org/drawingml/2006/main" prst="rect">
            <a:avLst/>
          </a:prstGeom>
        </p:spPr>
      </p:pic>
      <p:pic>
        <p:nvPicPr>
          <p:cNvPr id="2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3490da2cf4ac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62917" y="503492"/>
            <a:ext cx="49911" cy="50006"/>
          </a:xfrm>
          <a:prstGeom xmlns:a="http://schemas.openxmlformats.org/drawingml/2006/main" prst="rect">
            <a:avLst/>
          </a:prstGeom>
        </p:spPr>
      </p:pic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a19bb29f0419c"/>
          <a:srcRect xmlns:a="http://schemas.openxmlformats.org/drawingml/2006/main" l="0" t="0" r="0" b="3"/>
          <a:stretch xmlns:a="http://schemas.openxmlformats.org/drawingml/2006/main"/>
        </p:blipFill>
        <p:spPr>
          <a:xfrm xmlns:a="http://schemas.openxmlformats.org/drawingml/2006/main">
            <a:off x="8458391" y="356045"/>
            <a:ext cx="50864" cy="58007"/>
          </a:xfrm>
          <a:prstGeom xmlns:a="http://schemas.openxmlformats.org/drawingml/2006/main" prst="rect">
            <a:avLst/>
          </a:prstGeom>
        </p:spPr>
      </p:pic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1484c9908447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1251" y="306800"/>
            <a:ext cx="64294" cy="63627"/>
          </a:xfrm>
          <a:prstGeom xmlns:a="http://schemas.openxmlformats.org/drawingml/2006/main" prst="rect">
            <a:avLst/>
          </a:prstGeom>
        </p:spPr>
      </p:pic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7a48b6ab14eec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519827" y="262604"/>
            <a:ext cx="64865" cy="65246"/>
          </a:xfrm>
          <a:prstGeom xmlns:a="http://schemas.openxmlformats.org/drawingml/2006/main" prst="rect">
            <a:avLst/>
          </a:prstGeom>
        </p:spPr>
      </p:pic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725fddd774a39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570976" y="240125"/>
            <a:ext cx="54388" cy="55436"/>
          </a:xfrm>
          <a:prstGeom xmlns:a="http://schemas.openxmlformats.org/drawingml/2006/main" prst="rect">
            <a:avLst/>
          </a:prstGeom>
        </p:spPr>
      </p:pic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1d45704fa41b3"/>
          <a:srcRect xmlns:a="http://schemas.openxmlformats.org/drawingml/2006/main" l="0" t="0" r="0" b="4"/>
          <a:stretch xmlns:a="http://schemas.openxmlformats.org/drawingml/2006/main"/>
        </p:blipFill>
        <p:spPr>
          <a:xfrm xmlns:a="http://schemas.openxmlformats.org/drawingml/2006/main">
            <a:off x="8625459" y="222504"/>
            <a:ext cx="46387" cy="53626"/>
          </a:xfrm>
          <a:prstGeom xmlns:a="http://schemas.openxmlformats.org/drawingml/2006/main" prst="rect">
            <a:avLst/>
          </a:prstGeom>
        </p:spPr>
      </p:pic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79d712fb04aa0"/>
          <a:srcRect xmlns:a="http://schemas.openxmlformats.org/drawingml/2006/main" l="0" t="0" r="0" b="4"/>
          <a:stretch xmlns:a="http://schemas.openxmlformats.org/drawingml/2006/main"/>
        </p:blipFill>
        <p:spPr>
          <a:xfrm xmlns:a="http://schemas.openxmlformats.org/drawingml/2006/main">
            <a:off x="8676894" y="221552"/>
            <a:ext cx="43625" cy="47625"/>
          </a:xfrm>
          <a:prstGeom xmlns:a="http://schemas.openxmlformats.org/drawingml/2006/main" prst="rect">
            <a:avLst/>
          </a:prstGeom>
        </p:spPr>
      </p:pic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1109d5cc64ff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25948" y="231077"/>
            <a:ext cx="50006" cy="49244"/>
          </a:xfrm>
          <a:prstGeom xmlns:a="http://schemas.openxmlformats.org/drawingml/2006/main" prst="rect">
            <a:avLst/>
          </a:prstGeom>
        </p:spPr>
      </p:pic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cd49063414169"/>
          <a:srcRect xmlns:a="http://schemas.openxmlformats.org/drawingml/2006/main" l="0" t="0" r="0" b="3"/>
          <a:stretch xmlns:a="http://schemas.openxmlformats.org/drawingml/2006/main"/>
        </p:blipFill>
        <p:spPr>
          <a:xfrm xmlns:a="http://schemas.openxmlformats.org/drawingml/2006/main">
            <a:off x="8767858" y="244793"/>
            <a:ext cx="63341" cy="64008"/>
          </a:xfrm>
          <a:prstGeom xmlns:a="http://schemas.openxmlformats.org/drawingml/2006/main" prst="rect">
            <a:avLst/>
          </a:prstGeom>
        </p:spPr>
      </p:pic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f5739fd3049af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819007" y="278035"/>
            <a:ext cx="53340" cy="52959"/>
          </a:xfrm>
          <a:prstGeom xmlns:a="http://schemas.openxmlformats.org/drawingml/2006/main" prst="rect">
            <a:avLst/>
          </a:prstGeom>
        </p:spPr>
      </p:pic>
      <p:pic>
        <p:nvPicPr>
          <p:cNvPr id="2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757ac8c524fd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40343" y="320040"/>
            <a:ext cx="59627" cy="56769"/>
          </a:xfrm>
          <a:prstGeom xmlns:a="http://schemas.openxmlformats.org/drawingml/2006/main" prst="rect">
            <a:avLst/>
          </a:prstGeom>
        </p:spPr>
      </p:pic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fb2384e0241e9"/>
          <a:srcRect xmlns:a="http://schemas.openxmlformats.org/drawingml/2006/main" l="0" t="0" r="0" b="5"/>
          <a:stretch xmlns:a="http://schemas.openxmlformats.org/drawingml/2006/main"/>
        </p:blipFill>
        <p:spPr>
          <a:xfrm xmlns:a="http://schemas.openxmlformats.org/drawingml/2006/main">
            <a:off x="8865108" y="362998"/>
            <a:ext cx="53626" cy="432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8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942B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CAFCC9C-E4FE-42DD-A4D3-54733B6D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0500"/>
            <a:ext cx="1781175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890BA3E-0BAD-40E1-9961-BF8AD82F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8" name="Shape 2">
            <a:extLst xmlns:a="http://schemas.openxmlformats.org/drawingml/2006/main">
              <a:ext uri="{FF2B5EF4-FFF2-40B4-BE49-F238E27FC236}">
                <a16:creationId xmlns:a16="http://schemas.microsoft.com/office/drawing/2014/main" id="{D3E84C75-A9F6-49FE-A857-1282BCD5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3375"/>
            <a:ext cx="6186488" cy="3086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9" name="Text 3">
            <a:extLst xmlns:a="http://schemas.openxmlformats.org/drawingml/2006/main">
              <a:ext uri="{FF2B5EF4-FFF2-40B4-BE49-F238E27FC236}">
                <a16:creationId xmlns:a16="http://schemas.microsoft.com/office/drawing/2014/main" id="{3D5E0F44-B3EB-487A-9D7F-88D7D652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85750"/>
            <a:ext cx="681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65"/>
              </a:lnSpc>
              <a:buNone/>
              <a:defRPr sz="255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255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Готовый MVP и развитие</a:t>
            </a:r>
            <a:endParaRPr sz="2850"/>
          </a:p>
        </p:txBody>
      </p:sp>
      <p:sp>
        <p:nvSpPr>
          <p:cNvPr id="50" name="Shape 4">
            <a:extLst xmlns:a="http://schemas.openxmlformats.org/drawingml/2006/main">
              <a:ext uri="{FF2B5EF4-FFF2-40B4-BE49-F238E27FC236}">
                <a16:creationId xmlns:a16="http://schemas.microsoft.com/office/drawing/2014/main" id="{E517DE29-C488-4A80-A618-0A62D683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76325"/>
            <a:ext cx="6143625" cy="2343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1" name="Shape 5">
            <a:extLst xmlns:a="http://schemas.openxmlformats.org/drawingml/2006/main">
              <a:ext uri="{FF2B5EF4-FFF2-40B4-BE49-F238E27FC236}">
                <a16:creationId xmlns:a16="http://schemas.microsoft.com/office/drawing/2014/main" id="{4D764475-D4D7-4332-97FF-75D292FF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76325"/>
            <a:ext cx="561022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74" name="Imag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13d0b026944e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1152525"/>
            <a:ext cx="209550" cy="140280"/>
          </a:xfrm>
          <a:prstGeom xmlns:a="http://schemas.openxmlformats.org/drawingml/2006/main" prst="rect">
            <a:avLst/>
          </a:prstGeom>
        </p:spPr>
      </p:pic>
      <p:sp>
        <p:nvSpPr>
          <p:cNvPr id="53" name="Text 6">
            <a:extLst xmlns:a="http://schemas.openxmlformats.org/drawingml/2006/main">
              <a:ext uri="{FF2B5EF4-FFF2-40B4-BE49-F238E27FC236}">
                <a16:creationId xmlns:a16="http://schemas.microsoft.com/office/drawing/2014/main" id="{6C9FC317-2CC4-47C2-B569-DD4C13BA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382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7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7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Распознавание: фото → 0–100%</a:t>
            </a:r>
            <a:endParaRPr sz="1639"/>
          </a:p>
        </p:txBody>
      </p:sp>
      <p:sp>
        <p:nvSpPr>
          <p:cNvPr id="54" name="Shape 7">
            <a:extLst xmlns:a="http://schemas.openxmlformats.org/drawingml/2006/main">
              <a:ext uri="{FF2B5EF4-FFF2-40B4-BE49-F238E27FC236}">
                <a16:creationId xmlns:a16="http://schemas.microsoft.com/office/drawing/2014/main" id="{D13F16FE-5709-4B72-AE29-430A6E5C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14475"/>
            <a:ext cx="614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77" name="Imag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13d0b026944e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1590675"/>
            <a:ext cx="209550" cy="140280"/>
          </a:xfrm>
          <a:prstGeom xmlns:a="http://schemas.openxmlformats.org/drawingml/2006/main" prst="rect">
            <a:avLst/>
          </a:prstGeom>
        </p:spPr>
      </p:pic>
      <p:sp>
        <p:nvSpPr>
          <p:cNvPr id="56" name="Text 8">
            <a:extLst xmlns:a="http://schemas.openxmlformats.org/drawingml/2006/main">
              <a:ext uri="{FF2B5EF4-FFF2-40B4-BE49-F238E27FC236}">
                <a16:creationId xmlns:a16="http://schemas.microsoft.com/office/drawing/2014/main" id="{85D390DC-071A-49F9-B94D-626F2793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7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7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Перевозки: последняя оценка и история</a:t>
            </a:r>
            <a:endParaRPr sz="1639"/>
          </a:p>
        </p:txBody>
      </p:sp>
      <p:sp>
        <p:nvSpPr>
          <p:cNvPr id="57" name="Shape 9">
            <a:extLst xmlns:a="http://schemas.openxmlformats.org/drawingml/2006/main">
              <a:ext uri="{FF2B5EF4-FFF2-40B4-BE49-F238E27FC236}">
                <a16:creationId xmlns:a16="http://schemas.microsoft.com/office/drawing/2014/main" id="{CDDAA130-8B9C-4E79-AD87-2CD915AF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52625"/>
            <a:ext cx="555307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80" name="Image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13d0b026944e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2028825"/>
            <a:ext cx="209550" cy="140280"/>
          </a:xfrm>
          <a:prstGeom xmlns:a="http://schemas.openxmlformats.org/drawingml/2006/main" prst="rect">
            <a:avLst/>
          </a:prstGeom>
        </p:spPr>
      </p:pic>
      <p:sp>
        <p:nvSpPr>
          <p:cNvPr id="59" name="Text 10">
            <a:extLst xmlns:a="http://schemas.openxmlformats.org/drawingml/2006/main">
              <a:ext uri="{FF2B5EF4-FFF2-40B4-BE49-F238E27FC236}">
                <a16:creationId xmlns:a16="http://schemas.microsoft.com/office/drawing/2014/main" id="{B1E3D1B5-3FC4-4776-9B59-F6492CD3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357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7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7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XML API + интерфейс для демонстрации</a:t>
            </a:r>
            <a:endParaRPr sz="1639"/>
          </a:p>
        </p:txBody>
      </p:sp>
      <p:sp>
        <p:nvSpPr>
          <p:cNvPr id="60" name="Shape 11">
            <a:extLst xmlns:a="http://schemas.openxmlformats.org/drawingml/2006/main">
              <a:ext uri="{FF2B5EF4-FFF2-40B4-BE49-F238E27FC236}">
                <a16:creationId xmlns:a16="http://schemas.microsoft.com/office/drawing/2014/main" id="{1E6B7B0D-74BC-44E1-A116-CD73E904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90775"/>
            <a:ext cx="509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83" name="Imag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13d0b026944e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2466975"/>
            <a:ext cx="209550" cy="140280"/>
          </a:xfrm>
          <a:prstGeom xmlns:a="http://schemas.openxmlformats.org/drawingml/2006/main" prst="rect">
            <a:avLst/>
          </a:prstGeom>
        </p:spPr>
      </p:pic>
      <p:sp>
        <p:nvSpPr>
          <p:cNvPr id="62" name="Text 12">
            <a:extLst xmlns:a="http://schemas.openxmlformats.org/drawingml/2006/main">
              <a:ext uri="{FF2B5EF4-FFF2-40B4-BE49-F238E27FC236}">
                <a16:creationId xmlns:a16="http://schemas.microsoft.com/office/drawing/2014/main" id="{FEF87586-3E1B-4707-8A3D-C3162DCF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7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7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Ошибки: формат, размер, повреждение</a:t>
            </a:r>
            <a:endParaRPr sz="1639"/>
          </a:p>
        </p:txBody>
      </p:sp>
      <p:sp>
        <p:nvSpPr>
          <p:cNvPr id="63" name="Shape 13">
            <a:extLst xmlns:a="http://schemas.openxmlformats.org/drawingml/2006/main">
              <a:ext uri="{FF2B5EF4-FFF2-40B4-BE49-F238E27FC236}">
                <a16:creationId xmlns:a16="http://schemas.microsoft.com/office/drawing/2014/main" id="{397F041B-2A26-4527-A226-B7676E73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828925"/>
            <a:ext cx="561498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86" name="Imag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13d0b026944e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2905125"/>
            <a:ext cx="209550" cy="140280"/>
          </a:xfrm>
          <a:prstGeom xmlns:a="http://schemas.openxmlformats.org/drawingml/2006/main" prst="rect">
            <a:avLst/>
          </a:prstGeom>
        </p:spPr>
      </p:pic>
      <p:sp>
        <p:nvSpPr>
          <p:cNvPr id="65" name="Text 14">
            <a:extLst xmlns:a="http://schemas.openxmlformats.org/drawingml/2006/main">
              <a:ext uri="{FF2B5EF4-FFF2-40B4-BE49-F238E27FC236}">
                <a16:creationId xmlns:a16="http://schemas.microsoft.com/office/drawing/2014/main" id="{ACB2F568-507B-4EAE-B36D-4C84EE75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89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7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7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Дообучение: код + подтверждённая разметка</a:t>
            </a:r>
            <a:endParaRPr sz="1639"/>
          </a:p>
        </p:txBody>
      </p:sp>
      <p:sp>
        <p:nvSpPr>
          <p:cNvPr id="66" name="Shape 15">
            <a:extLst xmlns:a="http://schemas.openxmlformats.org/drawingml/2006/main">
              <a:ext uri="{FF2B5EF4-FFF2-40B4-BE49-F238E27FC236}">
                <a16:creationId xmlns:a16="http://schemas.microsoft.com/office/drawing/2014/main" id="{FF43CC1F-D3BC-46BC-A1E7-0CFDC91C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7075"/>
            <a:ext cx="600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89" name="Image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13d0b026944e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3343275"/>
            <a:ext cx="209550" cy="140280"/>
          </a:xfrm>
          <a:prstGeom xmlns:a="http://schemas.openxmlformats.org/drawingml/2006/main" prst="rect">
            <a:avLst/>
          </a:prstGeom>
        </p:spPr>
      </p:pic>
      <p:sp>
        <p:nvSpPr>
          <p:cNvPr id="68" name="Text 16">
            <a:extLst xmlns:a="http://schemas.openxmlformats.org/drawingml/2006/main">
              <a:ext uri="{FF2B5EF4-FFF2-40B4-BE49-F238E27FC236}">
                <a16:creationId xmlns:a16="http://schemas.microsoft.com/office/drawing/2014/main" id="{8282F99E-526F-4661-AAEB-D09DAD0B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766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75"/>
              </a:lnSpc>
              <a:buNone/>
              <a:defRPr sz="1725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725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Веса сохранены · проверка SHA-256</a:t>
            </a:r>
            <a:endParaRPr sz="1639"/>
          </a:p>
        </p:txBody>
      </p:sp>
      <p:pic>
        <p:nvPicPr>
          <p:cNvPr id="191" name="Imag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8c40dd6964b8a"/>
          <a:srcRect xmlns:a="http://schemas.openxmlformats.org/drawingml/2006/main" l="0" t="0" r="0" b="8672"/>
          <a:stretch xmlns:a="http://schemas.openxmlformats.org/drawingml/2006/main"/>
        </p:blipFill>
        <p:spPr>
          <a:xfrm xmlns:a="http://schemas.openxmlformats.org/drawingml/2006/main">
            <a:off x="5510213" y="1933575"/>
            <a:ext cx="3514725" cy="3209925"/>
          </a:xfrm>
          <a:prstGeom xmlns:a="http://schemas.openxmlformats.org/drawingml/2006/main" prst="rect">
            <a:avLst/>
          </a:prstGeom>
        </p:spPr>
      </p:pic>
      <p:sp>
        <p:nvSpPr>
          <p:cNvPr id="70" name="Shape 17">
            <a:extLst xmlns:a="http://schemas.openxmlformats.org/drawingml/2006/main">
              <a:ext uri="{FF2B5EF4-FFF2-40B4-BE49-F238E27FC236}">
                <a16:creationId xmlns:a16="http://schemas.microsoft.com/office/drawing/2014/main" id="{FF6AC624-488A-4C9D-9895-5564B34F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562475"/>
            <a:ext cx="842963" cy="390525"/>
          </a:xfrm>
          <a:prstGeom xmlns:a="http://schemas.openxmlformats.org/drawingml/2006/main" prst="roundRect">
            <a:avLst>
              <a:gd name="adj" fmla="val 9365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1" name="Text 18">
            <a:extLst xmlns:a="http://schemas.openxmlformats.org/drawingml/2006/main">
              <a:ext uri="{FF2B5EF4-FFF2-40B4-BE49-F238E27FC236}">
                <a16:creationId xmlns:a16="http://schemas.microsoft.com/office/drawing/2014/main" id="{D4A1E205-23A7-4259-B235-1BAA7C3F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6767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026"/>
              </a:lnSpc>
              <a:buNone/>
              <a:defRPr sz="1125" b="1">
                <a:solidFill>
                  <a:srgbClr val="2942BB"/>
                </a:solidFill>
                <a:latin typeface="Golos"/>
                <a:ea typeface="Golos"/>
                <a:cs typeface="Golos"/>
              </a:defRPr>
            </a:pPr>
            <a:r>
              <a:rPr sz="1125" b="1">
                <a:solidFill>
                  <a:srgbClr val="2942BB"/>
                </a:solidFill>
                <a:latin typeface="Golos"/>
                <a:ea typeface="Golos"/>
                <a:cs typeface="Golos"/>
              </a:rPr>
              <a:t>MVP</a:t>
            </a:r>
            <a:endParaRPr sz="1140"/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196B098-FA0A-4BF1-856C-1BC19357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01002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50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Новые фото → разметка эксперта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50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→ обучение → проверка → новая версия</a:t>
            </a:r>
          </a:p>
        </p:txBody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fec193a7c48c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72325" y="304800"/>
            <a:ext cx="1095375" cy="304800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326b21ca248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71966" y="445103"/>
            <a:ext cx="15716" cy="22574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c111536694ac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89873" y="436055"/>
            <a:ext cx="16288" cy="38862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e05ee3adf425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08066" y="445103"/>
            <a:ext cx="15335" cy="22574"/>
          </a:xfrm>
          <a:prstGeom xmlns:a="http://schemas.openxmlformats.org/drawingml/2006/main" prst="rect">
            <a:avLst/>
          </a:prstGeom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db53ecb574a9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49532" y="445103"/>
            <a:ext cx="16002" cy="22574"/>
          </a:xfrm>
          <a:prstGeom xmlns:a="http://schemas.openxmlformats.org/drawingml/2006/main" prst="rect">
            <a:avLst/>
          </a:prstGeom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e4f66ccd64e5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5632" y="445103"/>
            <a:ext cx="15335" cy="22574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fa42383864bb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8863" y="199263"/>
            <a:ext cx="515493" cy="515493"/>
          </a:xfrm>
          <a:prstGeom xmlns:a="http://schemas.openxmlformats.org/drawingml/2006/main" prst="rect">
            <a:avLst/>
          </a:prstGeom>
        </p:spPr>
      </p:pic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93768fb724a4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22411" y="417100"/>
            <a:ext cx="24670" cy="16002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46df142c94a4d"/>
          <a:srcRect xmlns:a="http://schemas.openxmlformats.org/drawingml/2006/main" l="0" t="0" r="0" b="9"/>
          <a:stretch xmlns:a="http://schemas.openxmlformats.org/drawingml/2006/main"/>
        </p:blipFill>
        <p:spPr>
          <a:xfrm xmlns:a="http://schemas.openxmlformats.org/drawingml/2006/main">
            <a:off x="8617077" y="428149"/>
            <a:ext cx="23908" cy="11049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64c1dcbd34660"/>
          <a:srcRect xmlns:a="http://schemas.openxmlformats.org/drawingml/2006/main" l="0" t="0" r="0" b="30"/>
          <a:stretch xmlns:a="http://schemas.openxmlformats.org/drawingml/2006/main"/>
        </p:blipFill>
        <p:spPr>
          <a:xfrm xmlns:a="http://schemas.openxmlformats.org/drawingml/2006/main">
            <a:off x="8644890" y="412528"/>
            <a:ext cx="9430" cy="10097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0aaa235a240cf"/>
          <a:srcRect xmlns:a="http://schemas.openxmlformats.org/drawingml/2006/main" l="0" t="0" r="0" b="21"/>
          <a:stretch xmlns:a="http://schemas.openxmlformats.org/drawingml/2006/main"/>
        </p:blipFill>
        <p:spPr>
          <a:xfrm xmlns:a="http://schemas.openxmlformats.org/drawingml/2006/main">
            <a:off x="8670608" y="500920"/>
            <a:ext cx="11906" cy="14383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f138e089c4096"/>
          <a:srcRect xmlns:a="http://schemas.openxmlformats.org/drawingml/2006/main" l="0" t="0" r="10" b="7"/>
          <a:stretch xmlns:a="http://schemas.openxmlformats.org/drawingml/2006/main"/>
        </p:blipFill>
        <p:spPr>
          <a:xfrm xmlns:a="http://schemas.openxmlformats.org/drawingml/2006/main">
            <a:off x="8705755" y="501586"/>
            <a:ext cx="10001" cy="13526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1614381964428"/>
          <a:srcRect xmlns:a="http://schemas.openxmlformats.org/drawingml/2006/main" l="0" t="0" r="0" b="11"/>
          <a:stretch xmlns:a="http://schemas.openxmlformats.org/drawingml/2006/main"/>
        </p:blipFill>
        <p:spPr>
          <a:xfrm xmlns:a="http://schemas.openxmlformats.org/drawingml/2006/main">
            <a:off x="8670608" y="477393"/>
            <a:ext cx="11906" cy="17621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d215ad699422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8515" y="501301"/>
            <a:ext cx="10954" cy="14097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427608c24471b"/>
          <a:srcRect xmlns:a="http://schemas.openxmlformats.org/drawingml/2006/main" l="0" t="0" r="0" b="12"/>
          <a:stretch xmlns:a="http://schemas.openxmlformats.org/drawingml/2006/main"/>
        </p:blipFill>
        <p:spPr>
          <a:xfrm xmlns:a="http://schemas.openxmlformats.org/drawingml/2006/main">
            <a:off x="8688800" y="479298"/>
            <a:ext cx="10954" cy="16097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097b5d5044b2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08612" y="447866"/>
            <a:ext cx="19336" cy="5715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7ac4b232e43c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9750" y="457391"/>
            <a:ext cx="15716" cy="5048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80e23630e4f2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14505" y="543401"/>
            <a:ext cx="36767" cy="7620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172b017d247b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5760" y="565309"/>
            <a:ext cx="51626" cy="10097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a88daf3f544ce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673846" y="553688"/>
            <a:ext cx="46673" cy="9239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8fdfb74574e1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17922" y="288322"/>
            <a:ext cx="337376" cy="337376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6acba571e41b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58130" y="436340"/>
            <a:ext cx="11621" cy="8192"/>
          </a:xfrm>
          <a:prstGeom xmlns:a="http://schemas.openxmlformats.org/drawingml/2006/main" prst="rect">
            <a:avLst/>
          </a:prstGeom>
        </p:spPr>
      </p:pic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61a0b4fd94b9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70608" y="432911"/>
            <a:ext cx="15716" cy="5620"/>
          </a:xfrm>
          <a:prstGeom xmlns:a="http://schemas.openxmlformats.org/drawingml/2006/main" prst="rect">
            <a:avLst/>
          </a:prstGeom>
        </p:spPr>
      </p:pic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af187dfad4a91"/>
          <a:srcRect xmlns:a="http://schemas.openxmlformats.org/drawingml/2006/main" l="0" t="0" r="0" b="19"/>
          <a:stretch xmlns:a="http://schemas.openxmlformats.org/drawingml/2006/main"/>
        </p:blipFill>
        <p:spPr>
          <a:xfrm xmlns:a="http://schemas.openxmlformats.org/drawingml/2006/main">
            <a:off x="8668798" y="436340"/>
            <a:ext cx="15335" cy="5334"/>
          </a:xfrm>
          <a:prstGeom xmlns:a="http://schemas.openxmlformats.org/drawingml/2006/main" prst="rect">
            <a:avLst/>
          </a:prstGeom>
        </p:spPr>
      </p:pic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919ec0cd8411f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461820" y="503492"/>
            <a:ext cx="60484" cy="59246"/>
          </a:xfrm>
          <a:prstGeom xmlns:a="http://schemas.openxmlformats.org/drawingml/2006/main" prst="rect">
            <a:avLst/>
          </a:prstGeom>
        </p:spPr>
      </p:pic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ced4abb4d4863"/>
          <a:srcRect xmlns:a="http://schemas.openxmlformats.org/drawingml/2006/main" l="0" t="0" r="0" b="3"/>
          <a:stretch xmlns:a="http://schemas.openxmlformats.org/drawingml/2006/main"/>
        </p:blipFill>
        <p:spPr>
          <a:xfrm xmlns:a="http://schemas.openxmlformats.org/drawingml/2006/main">
            <a:off x="8491252" y="556165"/>
            <a:ext cx="64865" cy="64580"/>
          </a:xfrm>
          <a:prstGeom xmlns:a="http://schemas.openxmlformats.org/drawingml/2006/main" prst="rect">
            <a:avLst/>
          </a:prstGeom>
        </p:spPr>
      </p:pic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b3ad969cf44a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538591" y="599694"/>
            <a:ext cx="64008" cy="64294"/>
          </a:xfrm>
          <a:prstGeom xmlns:a="http://schemas.openxmlformats.org/drawingml/2006/main" prst="rect">
            <a:avLst/>
          </a:prstGeom>
        </p:spPr>
      </p:pic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2821f720f49df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602504" y="634556"/>
            <a:ext cx="52959" cy="49530"/>
          </a:xfrm>
          <a:prstGeom xmlns:a="http://schemas.openxmlformats.org/drawingml/2006/main" prst="rect">
            <a:avLst/>
          </a:prstGeom>
        </p:spPr>
      </p:pic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3844c95d14fe5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670036" y="643890"/>
            <a:ext cx="45149" cy="48006"/>
          </a:xfrm>
          <a:prstGeom xmlns:a="http://schemas.openxmlformats.org/drawingml/2006/main" prst="rect">
            <a:avLst/>
          </a:prstGeom>
        </p:spPr>
      </p:pic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68e36aa804be5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730044" y="632365"/>
            <a:ext cx="51911" cy="49721"/>
          </a:xfrm>
          <a:prstGeom xmlns:a="http://schemas.openxmlformats.org/drawingml/2006/main" prst="rect">
            <a:avLst/>
          </a:prstGeom>
        </p:spPr>
      </p:pic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3da22bcf84661"/>
          <a:srcRect xmlns:a="http://schemas.openxmlformats.org/drawingml/2006/main" l="0" t="0" r="2" b="3"/>
          <a:stretch xmlns:a="http://schemas.openxmlformats.org/drawingml/2006/main"/>
        </p:blipFill>
        <p:spPr>
          <a:xfrm xmlns:a="http://schemas.openxmlformats.org/drawingml/2006/main">
            <a:off x="8784146" y="596932"/>
            <a:ext cx="58674" cy="66199"/>
          </a:xfrm>
          <a:prstGeom xmlns:a="http://schemas.openxmlformats.org/drawingml/2006/main" prst="rect">
            <a:avLst/>
          </a:prstGeom>
        </p:spPr>
      </p:pic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9cba06a844cd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24627" y="552069"/>
            <a:ext cx="64865" cy="64294"/>
          </a:xfrm>
          <a:prstGeom xmlns:a="http://schemas.openxmlformats.org/drawingml/2006/main" prst="rect">
            <a:avLst/>
          </a:prstGeom>
        </p:spPr>
      </p:pic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e181dcd8e434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62917" y="503492"/>
            <a:ext cx="49911" cy="50006"/>
          </a:xfrm>
          <a:prstGeom xmlns:a="http://schemas.openxmlformats.org/drawingml/2006/main" prst="rect">
            <a:avLst/>
          </a:prstGeom>
        </p:spPr>
      </p:pic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0ee4246524216"/>
          <a:srcRect xmlns:a="http://schemas.openxmlformats.org/drawingml/2006/main" l="0" t="0" r="0" b="3"/>
          <a:stretch xmlns:a="http://schemas.openxmlformats.org/drawingml/2006/main"/>
        </p:blipFill>
        <p:spPr>
          <a:xfrm xmlns:a="http://schemas.openxmlformats.org/drawingml/2006/main">
            <a:off x="8458391" y="356045"/>
            <a:ext cx="50864" cy="58007"/>
          </a:xfrm>
          <a:prstGeom xmlns:a="http://schemas.openxmlformats.org/drawingml/2006/main" prst="rect">
            <a:avLst/>
          </a:prstGeom>
        </p:spPr>
      </p:pic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1097e6c91486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1251" y="306800"/>
            <a:ext cx="64294" cy="63627"/>
          </a:xfrm>
          <a:prstGeom xmlns:a="http://schemas.openxmlformats.org/drawingml/2006/main" prst="rect">
            <a:avLst/>
          </a:prstGeom>
        </p:spPr>
      </p:pic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4e941becc4132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519827" y="262604"/>
            <a:ext cx="64865" cy="65246"/>
          </a:xfrm>
          <a:prstGeom xmlns:a="http://schemas.openxmlformats.org/drawingml/2006/main" prst="rect">
            <a:avLst/>
          </a:prstGeom>
        </p:spPr>
      </p:pic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0d8ecd8e94ba7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8570976" y="240125"/>
            <a:ext cx="54388" cy="55436"/>
          </a:xfrm>
          <a:prstGeom xmlns:a="http://schemas.openxmlformats.org/drawingml/2006/main" prst="rect">
            <a:avLst/>
          </a:prstGeom>
        </p:spPr>
      </p:pic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8ce23ab134938"/>
          <a:srcRect xmlns:a="http://schemas.openxmlformats.org/drawingml/2006/main" l="0" t="0" r="0" b="4"/>
          <a:stretch xmlns:a="http://schemas.openxmlformats.org/drawingml/2006/main"/>
        </p:blipFill>
        <p:spPr>
          <a:xfrm xmlns:a="http://schemas.openxmlformats.org/drawingml/2006/main">
            <a:off x="8625459" y="222504"/>
            <a:ext cx="46387" cy="53626"/>
          </a:xfrm>
          <a:prstGeom xmlns:a="http://schemas.openxmlformats.org/drawingml/2006/main" prst="rect">
            <a:avLst/>
          </a:prstGeom>
        </p:spPr>
      </p:pic>
      <p:pic>
        <p:nvPicPr>
          <p:cNvPr id="2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d0ab5332f4655"/>
          <a:srcRect xmlns:a="http://schemas.openxmlformats.org/drawingml/2006/main" l="0" t="0" r="0" b="4"/>
          <a:stretch xmlns:a="http://schemas.openxmlformats.org/drawingml/2006/main"/>
        </p:blipFill>
        <p:spPr>
          <a:xfrm xmlns:a="http://schemas.openxmlformats.org/drawingml/2006/main">
            <a:off x="8676894" y="221552"/>
            <a:ext cx="43625" cy="47625"/>
          </a:xfrm>
          <a:prstGeom xmlns:a="http://schemas.openxmlformats.org/drawingml/2006/main" prst="rect">
            <a:avLst/>
          </a:prstGeom>
        </p:spPr>
      </p:pic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e5b8bdfc24c2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25948" y="231077"/>
            <a:ext cx="50006" cy="49244"/>
          </a:xfrm>
          <a:prstGeom xmlns:a="http://schemas.openxmlformats.org/drawingml/2006/main" prst="rect">
            <a:avLst/>
          </a:prstGeom>
        </p:spPr>
      </p:pic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84c9447c04097"/>
          <a:srcRect xmlns:a="http://schemas.openxmlformats.org/drawingml/2006/main" l="0" t="0" r="0" b="3"/>
          <a:stretch xmlns:a="http://schemas.openxmlformats.org/drawingml/2006/main"/>
        </p:blipFill>
        <p:spPr>
          <a:xfrm xmlns:a="http://schemas.openxmlformats.org/drawingml/2006/main">
            <a:off x="8767858" y="244793"/>
            <a:ext cx="63341" cy="64008"/>
          </a:xfrm>
          <a:prstGeom xmlns:a="http://schemas.openxmlformats.org/drawingml/2006/main" prst="rect">
            <a:avLst/>
          </a:prstGeom>
        </p:spPr>
      </p:pic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82d008ee242dc"/>
          <a:srcRect xmlns:a="http://schemas.openxmlformats.org/drawingml/2006/main" l="0" t="0" r="2" b="0"/>
          <a:stretch xmlns:a="http://schemas.openxmlformats.org/drawingml/2006/main"/>
        </p:blipFill>
        <p:spPr>
          <a:xfrm xmlns:a="http://schemas.openxmlformats.org/drawingml/2006/main">
            <a:off x="8819007" y="278035"/>
            <a:ext cx="53340" cy="52959"/>
          </a:xfrm>
          <a:prstGeom xmlns:a="http://schemas.openxmlformats.org/drawingml/2006/main" prst="rect">
            <a:avLst/>
          </a:prstGeom>
        </p:spPr>
      </p:pic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c44c0fcc7453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40343" y="320040"/>
            <a:ext cx="59627" cy="56769"/>
          </a:xfrm>
          <a:prstGeom xmlns:a="http://schemas.openxmlformats.org/drawingml/2006/main" prst="rect">
            <a:avLst/>
          </a:prstGeom>
        </p:spPr>
      </p:pic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43861feb44659"/>
          <a:srcRect xmlns:a="http://schemas.openxmlformats.org/drawingml/2006/main" l="0" t="0" r="0" b="5"/>
          <a:stretch xmlns:a="http://schemas.openxmlformats.org/drawingml/2006/main"/>
        </p:blipFill>
        <p:spPr>
          <a:xfrm xmlns:a="http://schemas.openxmlformats.org/drawingml/2006/main">
            <a:off x="8865108" y="362998"/>
            <a:ext cx="53626" cy="432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62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942B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2A40D7-934C-4E68-AD58-95DBB386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1950"/>
            <a:ext cx="3757613" cy="360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F64E309-36C0-484F-9BC7-43388789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1950"/>
            <a:ext cx="1781175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9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e7aab41a5419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28625" y="476250"/>
            <a:ext cx="1095375" cy="3048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04465FA-9A6B-44C8-A6A2-758DF961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19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pic>
        <p:nvPicPr>
          <p:cNvPr id="10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1ba4f885747d8"/>
          <a:srcRect xmlns:a="http://schemas.openxmlformats.org/drawingml/2006/main" l="0" t="0" r="0" b="-9"/>
          <a:stretch xmlns:a="http://schemas.openxmlformats.org/drawingml/2006/main"/>
        </p:blipFill>
        <p:spPr>
          <a:xfrm xmlns:a="http://schemas.openxmlformats.org/drawingml/2006/main">
            <a:off x="2128269" y="616576"/>
            <a:ext cx="15679" cy="22580"/>
          </a:xfrm>
          <a:prstGeom xmlns:a="http://schemas.openxmlformats.org/drawingml/2006/main" prst="rect">
            <a:avLst/>
          </a:prstGeom>
        </p:spPr>
      </p:pic>
      <p:pic>
        <p:nvPicPr>
          <p:cNvPr id="10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37521cbc8441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46143" y="607484"/>
            <a:ext cx="16306" cy="38886"/>
          </a:xfrm>
          <a:prstGeom xmlns:a="http://schemas.openxmlformats.org/drawingml/2006/main" prst="rect">
            <a:avLst/>
          </a:prstGeom>
        </p:spPr>
      </p:pic>
      <p:pic>
        <p:nvPicPr>
          <p:cNvPr id="10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0cc1d0f0145ab"/>
          <a:srcRect xmlns:a="http://schemas.openxmlformats.org/drawingml/2006/main" l="0" t="0" r="0" b="-9"/>
          <a:stretch xmlns:a="http://schemas.openxmlformats.org/drawingml/2006/main"/>
        </p:blipFill>
        <p:spPr>
          <a:xfrm xmlns:a="http://schemas.openxmlformats.org/drawingml/2006/main">
            <a:off x="2164331" y="616576"/>
            <a:ext cx="15365" cy="22580"/>
          </a:xfrm>
          <a:prstGeom xmlns:a="http://schemas.openxmlformats.org/drawingml/2006/main" prst="rect">
            <a:avLst/>
          </a:prstGeom>
        </p:spPr>
      </p:pic>
      <p:pic>
        <p:nvPicPr>
          <p:cNvPr id="10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899faaa094b0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05877" y="616576"/>
            <a:ext cx="15993" cy="22580"/>
          </a:xfrm>
          <a:prstGeom xmlns:a="http://schemas.openxmlformats.org/drawingml/2006/main" prst="rect">
            <a:avLst/>
          </a:prstGeom>
        </p:spPr>
      </p:pic>
      <p:pic>
        <p:nvPicPr>
          <p:cNvPr id="10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0cc1d0f0145ab"/>
          <a:srcRect xmlns:a="http://schemas.openxmlformats.org/drawingml/2006/main" l="0" t="0" r="0" b="-9"/>
          <a:stretch xmlns:a="http://schemas.openxmlformats.org/drawingml/2006/main"/>
        </p:blipFill>
        <p:spPr>
          <a:xfrm xmlns:a="http://schemas.openxmlformats.org/drawingml/2006/main">
            <a:off x="1741938" y="616576"/>
            <a:ext cx="15365" cy="22580"/>
          </a:xfrm>
          <a:prstGeom xmlns:a="http://schemas.openxmlformats.org/drawingml/2006/main" prst="rect">
            <a:avLst/>
          </a:prstGeom>
        </p:spPr>
      </p:pic>
      <p:pic>
        <p:nvPicPr>
          <p:cNvPr id="10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e67f7a76d4df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85180" y="370731"/>
            <a:ext cx="515526" cy="515527"/>
          </a:xfrm>
          <a:prstGeom xmlns:a="http://schemas.openxmlformats.org/drawingml/2006/main" prst="rect">
            <a:avLst/>
          </a:prstGeom>
        </p:spPr>
      </p:pic>
      <p:pic>
        <p:nvPicPr>
          <p:cNvPr id="10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e8483c10a41a8"/>
          <a:srcRect xmlns:a="http://schemas.openxmlformats.org/drawingml/2006/main" l="0" t="0" r="0" b="-6"/>
          <a:stretch xmlns:a="http://schemas.openxmlformats.org/drawingml/2006/main"/>
        </p:blipFill>
        <p:spPr>
          <a:xfrm xmlns:a="http://schemas.openxmlformats.org/drawingml/2006/main">
            <a:off x="1878682" y="588550"/>
            <a:ext cx="24623" cy="15980"/>
          </a:xfrm>
          <a:prstGeom xmlns:a="http://schemas.openxmlformats.org/drawingml/2006/main" prst="rect">
            <a:avLst/>
          </a:prstGeom>
        </p:spPr>
      </p:pic>
      <p:pic>
        <p:nvPicPr>
          <p:cNvPr id="108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077352d884c9a"/>
          <a:srcRect xmlns:a="http://schemas.openxmlformats.org/drawingml/2006/main" l="0" t="0" r="0" b="9"/>
          <a:stretch xmlns:a="http://schemas.openxmlformats.org/drawingml/2006/main"/>
        </p:blipFill>
        <p:spPr>
          <a:xfrm xmlns:a="http://schemas.openxmlformats.org/drawingml/2006/main">
            <a:off x="1873359" y="599613"/>
            <a:ext cx="23871" cy="11078"/>
          </a:xfrm>
          <a:prstGeom xmlns:a="http://schemas.openxmlformats.org/drawingml/2006/main" prst="rect">
            <a:avLst/>
          </a:prstGeom>
        </p:spPr>
      </p:pic>
      <p:pic>
        <p:nvPicPr>
          <p:cNvPr id="109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05a39ac6b4486"/>
          <a:srcRect xmlns:a="http://schemas.openxmlformats.org/drawingml/2006/main" l="0" t="0" r="0" b="30"/>
          <a:stretch xmlns:a="http://schemas.openxmlformats.org/drawingml/2006/main"/>
        </p:blipFill>
        <p:spPr>
          <a:xfrm xmlns:a="http://schemas.openxmlformats.org/drawingml/2006/main">
            <a:off x="1901183" y="584015"/>
            <a:ext cx="9399" cy="10092"/>
          </a:xfrm>
          <a:prstGeom xmlns:a="http://schemas.openxmlformats.org/drawingml/2006/main" prst="rect">
            <a:avLst/>
          </a:prstGeom>
        </p:spPr>
      </p:pic>
      <p:pic>
        <p:nvPicPr>
          <p:cNvPr id="110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f8241bc8e408d"/>
          <a:srcRect xmlns:a="http://schemas.openxmlformats.org/drawingml/2006/main" l="0" t="0" r="0" b="21"/>
          <a:stretch xmlns:a="http://schemas.openxmlformats.org/drawingml/2006/main"/>
        </p:blipFill>
        <p:spPr>
          <a:xfrm xmlns:a="http://schemas.openxmlformats.org/drawingml/2006/main">
            <a:off x="1926951" y="672396"/>
            <a:ext cx="11916" cy="14422"/>
          </a:xfrm>
          <a:prstGeom xmlns:a="http://schemas.openxmlformats.org/drawingml/2006/main" prst="rect">
            <a:avLst/>
          </a:prstGeom>
        </p:spPr>
      </p:pic>
      <p:pic>
        <p:nvPicPr>
          <p:cNvPr id="111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217d396794255"/>
          <a:srcRect xmlns:a="http://schemas.openxmlformats.org/drawingml/2006/main" l="0" t="0" r="0" b="7"/>
          <a:stretch xmlns:a="http://schemas.openxmlformats.org/drawingml/2006/main"/>
        </p:blipFill>
        <p:spPr>
          <a:xfrm xmlns:a="http://schemas.openxmlformats.org/drawingml/2006/main">
            <a:off x="1962072" y="673024"/>
            <a:ext cx="10035" cy="13483"/>
          </a:xfrm>
          <a:prstGeom xmlns:a="http://schemas.openxmlformats.org/drawingml/2006/main" prst="rect">
            <a:avLst/>
          </a:prstGeom>
        </p:spPr>
      </p:pic>
      <p:pic>
        <p:nvPicPr>
          <p:cNvPr id="112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85276a64f4292"/>
          <a:srcRect xmlns:a="http://schemas.openxmlformats.org/drawingml/2006/main" l="0" t="0" r="0" b="11"/>
          <a:stretch xmlns:a="http://schemas.openxmlformats.org/drawingml/2006/main"/>
        </p:blipFill>
        <p:spPr>
          <a:xfrm xmlns:a="http://schemas.openxmlformats.org/drawingml/2006/main">
            <a:off x="1926951" y="648877"/>
            <a:ext cx="11916" cy="17622"/>
          </a:xfrm>
          <a:prstGeom xmlns:a="http://schemas.openxmlformats.org/drawingml/2006/main" prst="rect">
            <a:avLst/>
          </a:prstGeom>
        </p:spPr>
      </p:pic>
      <p:pic>
        <p:nvPicPr>
          <p:cNvPr id="113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a9ad409c948c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44825" y="672708"/>
            <a:ext cx="10975" cy="14111"/>
          </a:xfrm>
          <a:prstGeom xmlns:a="http://schemas.openxmlformats.org/drawingml/2006/main" prst="rect">
            <a:avLst/>
          </a:prstGeom>
        </p:spPr>
      </p:pic>
      <p:pic>
        <p:nvPicPr>
          <p:cNvPr id="114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85276a64f4292"/>
          <a:srcRect xmlns:a="http://schemas.openxmlformats.org/drawingml/2006/main" l="0" t="0" r="0" b="12"/>
          <a:stretch xmlns:a="http://schemas.openxmlformats.org/drawingml/2006/main"/>
        </p:blipFill>
        <p:spPr>
          <a:xfrm xmlns:a="http://schemas.openxmlformats.org/drawingml/2006/main">
            <a:off x="1945138" y="650760"/>
            <a:ext cx="10975" cy="16055"/>
          </a:xfrm>
          <a:prstGeom xmlns:a="http://schemas.openxmlformats.org/drawingml/2006/main" prst="rect">
            <a:avLst/>
          </a:prstGeom>
        </p:spPr>
      </p:pic>
      <p:pic>
        <p:nvPicPr>
          <p:cNvPr id="115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ea1dde5bf48e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64953" y="619354"/>
            <a:ext cx="19320" cy="5739"/>
          </a:xfrm>
          <a:prstGeom xmlns:a="http://schemas.openxmlformats.org/drawingml/2006/main" prst="rect">
            <a:avLst/>
          </a:prstGeom>
        </p:spPr>
      </p:pic>
      <p:pic>
        <p:nvPicPr>
          <p:cNvPr id="116" name="Im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4455451304c99"/>
          <a:srcRect xmlns:a="http://schemas.openxmlformats.org/drawingml/2006/main" l="0" t="0" r="0" b="-20"/>
          <a:stretch xmlns:a="http://schemas.openxmlformats.org/drawingml/2006/main"/>
        </p:blipFill>
        <p:spPr>
          <a:xfrm xmlns:a="http://schemas.openxmlformats.org/drawingml/2006/main">
            <a:off x="1926010" y="628808"/>
            <a:ext cx="15679" cy="5018"/>
          </a:xfrm>
          <a:prstGeom xmlns:a="http://schemas.openxmlformats.org/drawingml/2006/main" prst="rect">
            <a:avLst/>
          </a:prstGeom>
        </p:spPr>
      </p:pic>
      <p:pic>
        <p:nvPicPr>
          <p:cNvPr id="117" name="Imag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884241480414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70846" y="714851"/>
            <a:ext cx="36762" cy="7590"/>
          </a:xfrm>
          <a:prstGeom xmlns:a="http://schemas.openxmlformats.org/drawingml/2006/main" prst="rect">
            <a:avLst/>
          </a:prstGeom>
        </p:spPr>
      </p:pic>
      <p:pic>
        <p:nvPicPr>
          <p:cNvPr id="118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c62018f5c46e3"/>
          <a:srcRect xmlns:a="http://schemas.openxmlformats.org/drawingml/2006/main" l="0" t="0" r="0" b="-20"/>
          <a:stretch xmlns:a="http://schemas.openxmlformats.org/drawingml/2006/main"/>
        </p:blipFill>
        <p:spPr>
          <a:xfrm xmlns:a="http://schemas.openxmlformats.org/drawingml/2006/main">
            <a:off x="2002089" y="736780"/>
            <a:ext cx="51611" cy="10051"/>
          </a:xfrm>
          <a:prstGeom xmlns:a="http://schemas.openxmlformats.org/drawingml/2006/main" prst="rect">
            <a:avLst/>
          </a:prstGeom>
        </p:spPr>
      </p:pic>
      <p:pic>
        <p:nvPicPr>
          <p:cNvPr id="119" name="Imag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e883413e148e4"/>
          <a:srcRect xmlns:a="http://schemas.openxmlformats.org/drawingml/2006/main" l="0" t="0" r="2" b="-33"/>
          <a:stretch xmlns:a="http://schemas.openxmlformats.org/drawingml/2006/main"/>
        </p:blipFill>
        <p:spPr>
          <a:xfrm xmlns:a="http://schemas.openxmlformats.org/drawingml/2006/main">
            <a:off x="1930137" y="725097"/>
            <a:ext cx="46661" cy="9232"/>
          </a:xfrm>
          <a:prstGeom xmlns:a="http://schemas.openxmlformats.org/drawingml/2006/main" prst="rect">
            <a:avLst/>
          </a:prstGeom>
        </p:spPr>
      </p:pic>
      <p:pic>
        <p:nvPicPr>
          <p:cNvPr id="120" name="Imag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534066e7f4f5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74237" y="459786"/>
            <a:ext cx="337412" cy="337412"/>
          </a:xfrm>
          <a:prstGeom xmlns:a="http://schemas.openxmlformats.org/drawingml/2006/main" prst="rect">
            <a:avLst/>
          </a:prstGeom>
        </p:spPr>
      </p:pic>
      <p:pic>
        <p:nvPicPr>
          <p:cNvPr id="121" name="Imag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84b1d65d4412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14408" y="607795"/>
            <a:ext cx="11602" cy="8153"/>
          </a:xfrm>
          <a:prstGeom xmlns:a="http://schemas.openxmlformats.org/drawingml/2006/main" prst="rect">
            <a:avLst/>
          </a:prstGeom>
        </p:spPr>
      </p:pic>
      <p:pic>
        <p:nvPicPr>
          <p:cNvPr id="122" name="Imag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cc08401c54368"/>
          <a:srcRect xmlns:a="http://schemas.openxmlformats.org/drawingml/2006/main" l="0" t="0" r="0" b="-35"/>
          <a:stretch xmlns:a="http://schemas.openxmlformats.org/drawingml/2006/main"/>
        </p:blipFill>
        <p:spPr>
          <a:xfrm xmlns:a="http://schemas.openxmlformats.org/drawingml/2006/main">
            <a:off x="1926951" y="604349"/>
            <a:ext cx="15679" cy="5646"/>
          </a:xfrm>
          <a:prstGeom xmlns:a="http://schemas.openxmlformats.org/drawingml/2006/main" prst="rect">
            <a:avLst/>
          </a:prstGeom>
        </p:spPr>
      </p:pic>
      <p:pic>
        <p:nvPicPr>
          <p:cNvPr id="123" name="Imag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8063d291c4b41"/>
          <a:srcRect xmlns:a="http://schemas.openxmlformats.org/drawingml/2006/main" l="0" t="0" r="0" b="19"/>
          <a:stretch xmlns:a="http://schemas.openxmlformats.org/drawingml/2006/main"/>
        </p:blipFill>
        <p:spPr>
          <a:xfrm xmlns:a="http://schemas.openxmlformats.org/drawingml/2006/main">
            <a:off x="1925069" y="607795"/>
            <a:ext cx="15365" cy="5330"/>
          </a:xfrm>
          <a:prstGeom xmlns:a="http://schemas.openxmlformats.org/drawingml/2006/main" prst="rect">
            <a:avLst/>
          </a:prstGeom>
        </p:spPr>
      </p:pic>
      <p:pic>
        <p:nvPicPr>
          <p:cNvPr id="124" name="Imag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72dc5933f4ff0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1718106" y="674903"/>
            <a:ext cx="60521" cy="59266"/>
          </a:xfrm>
          <a:prstGeom xmlns:a="http://schemas.openxmlformats.org/drawingml/2006/main" prst="rect">
            <a:avLst/>
          </a:prstGeom>
        </p:spPr>
      </p:pic>
      <p:pic>
        <p:nvPicPr>
          <p:cNvPr id="125" name="Imag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8c78d8dfd43bc"/>
          <a:srcRect xmlns:a="http://schemas.openxmlformats.org/drawingml/2006/main" l="0" t="0" r="0" b="3"/>
          <a:stretch xmlns:a="http://schemas.openxmlformats.org/drawingml/2006/main"/>
        </p:blipFill>
        <p:spPr>
          <a:xfrm xmlns:a="http://schemas.openxmlformats.org/drawingml/2006/main">
            <a:off x="1747583" y="727583"/>
            <a:ext cx="64911" cy="64596"/>
          </a:xfrm>
          <a:prstGeom xmlns:a="http://schemas.openxmlformats.org/drawingml/2006/main" prst="rect">
            <a:avLst/>
          </a:prstGeom>
        </p:spPr>
      </p:pic>
      <p:pic>
        <p:nvPicPr>
          <p:cNvPr id="126" name="Imag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9d6e905334a6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4933" y="771172"/>
            <a:ext cx="63971" cy="64284"/>
          </a:xfrm>
          <a:prstGeom xmlns:a="http://schemas.openxmlformats.org/drawingml/2006/main" prst="rect">
            <a:avLst/>
          </a:prstGeom>
        </p:spPr>
      </p:pic>
      <p:pic>
        <p:nvPicPr>
          <p:cNvPr id="127" name="Imag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ce03e3d754cb6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1858783" y="805965"/>
            <a:ext cx="52923" cy="49574"/>
          </a:xfrm>
          <a:prstGeom xmlns:a="http://schemas.openxmlformats.org/drawingml/2006/main" prst="rect">
            <a:avLst/>
          </a:prstGeom>
        </p:spPr>
      </p:pic>
      <p:pic>
        <p:nvPicPr>
          <p:cNvPr id="128" name="Imag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617da1a404f3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26323" y="815387"/>
            <a:ext cx="45156" cy="47978"/>
          </a:xfrm>
          <a:prstGeom xmlns:a="http://schemas.openxmlformats.org/drawingml/2006/main" prst="rect">
            <a:avLst/>
          </a:prstGeom>
        </p:spPr>
      </p:pic>
      <p:pic>
        <p:nvPicPr>
          <p:cNvPr id="129" name="Imag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92f72ee18467f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1986297" y="803853"/>
            <a:ext cx="51894" cy="49723"/>
          </a:xfrm>
          <a:prstGeom xmlns:a="http://schemas.openxmlformats.org/drawingml/2006/main" prst="rect">
            <a:avLst/>
          </a:prstGeom>
        </p:spPr>
      </p:pic>
      <p:pic>
        <p:nvPicPr>
          <p:cNvPr id="130" name="Imag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2ba3971914910"/>
          <a:srcRect xmlns:a="http://schemas.openxmlformats.org/drawingml/2006/main" l="0" t="0" r="2" b="3"/>
          <a:stretch xmlns:a="http://schemas.openxmlformats.org/drawingml/2006/main"/>
        </p:blipFill>
        <p:spPr>
          <a:xfrm xmlns:a="http://schemas.openxmlformats.org/drawingml/2006/main">
            <a:off x="2040467" y="768348"/>
            <a:ext cx="58639" cy="66163"/>
          </a:xfrm>
          <a:prstGeom xmlns:a="http://schemas.openxmlformats.org/drawingml/2006/main" prst="rect">
            <a:avLst/>
          </a:prstGeom>
        </p:spPr>
      </p:pic>
      <p:pic>
        <p:nvPicPr>
          <p:cNvPr id="131" name="Imag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852c6abe643d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80919" y="723509"/>
            <a:ext cx="64911" cy="64284"/>
          </a:xfrm>
          <a:prstGeom xmlns:a="http://schemas.openxmlformats.org/drawingml/2006/main" prst="rect">
            <a:avLst/>
          </a:prstGeom>
        </p:spPr>
      </p:pic>
      <p:pic>
        <p:nvPicPr>
          <p:cNvPr id="132" name="Imag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92eaa555146c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19195" y="674903"/>
            <a:ext cx="49918" cy="49988"/>
          </a:xfrm>
          <a:prstGeom xmlns:a="http://schemas.openxmlformats.org/drawingml/2006/main" prst="rect">
            <a:avLst/>
          </a:prstGeom>
        </p:spPr>
      </p:pic>
      <p:pic>
        <p:nvPicPr>
          <p:cNvPr id="133" name="Imag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eb9818bfb44d4"/>
          <a:srcRect xmlns:a="http://schemas.openxmlformats.org/drawingml/2006/main" l="0" t="0" r="0" b="3"/>
          <a:stretch xmlns:a="http://schemas.openxmlformats.org/drawingml/2006/main"/>
        </p:blipFill>
        <p:spPr>
          <a:xfrm xmlns:a="http://schemas.openxmlformats.org/drawingml/2006/main">
            <a:off x="1714657" y="527521"/>
            <a:ext cx="50843" cy="58010"/>
          </a:xfrm>
          <a:prstGeom xmlns:a="http://schemas.openxmlformats.org/drawingml/2006/main" prst="rect">
            <a:avLst/>
          </a:prstGeom>
        </p:spPr>
      </p:pic>
      <p:pic>
        <p:nvPicPr>
          <p:cNvPr id="134" name="Imag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efba7f459468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37548" y="478287"/>
            <a:ext cx="64284" cy="63657"/>
          </a:xfrm>
          <a:prstGeom xmlns:a="http://schemas.openxmlformats.org/drawingml/2006/main" prst="rect">
            <a:avLst/>
          </a:prstGeom>
        </p:spPr>
      </p:pic>
      <p:pic>
        <p:nvPicPr>
          <p:cNvPr id="135" name="Imag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c03e972944e2f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1776119" y="434076"/>
            <a:ext cx="64911" cy="65224"/>
          </a:xfrm>
          <a:prstGeom xmlns:a="http://schemas.openxmlformats.org/drawingml/2006/main" prst="rect">
            <a:avLst/>
          </a:prstGeom>
        </p:spPr>
      </p:pic>
      <p:pic>
        <p:nvPicPr>
          <p:cNvPr id="136" name="Imag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c69afe33d43c7"/>
          <a:srcRect xmlns:a="http://schemas.openxmlformats.org/drawingml/2006/main" l="0" t="0" r="0" b="2"/>
          <a:stretch xmlns:a="http://schemas.openxmlformats.org/drawingml/2006/main"/>
        </p:blipFill>
        <p:spPr>
          <a:xfrm xmlns:a="http://schemas.openxmlformats.org/drawingml/2006/main">
            <a:off x="1827232" y="411589"/>
            <a:ext cx="54406" cy="55411"/>
          </a:xfrm>
          <a:prstGeom xmlns:a="http://schemas.openxmlformats.org/drawingml/2006/main" prst="rect">
            <a:avLst/>
          </a:prstGeom>
        </p:spPr>
      </p:pic>
      <p:pic>
        <p:nvPicPr>
          <p:cNvPr id="137" name="Imag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1bbb106a84804"/>
          <a:srcRect xmlns:a="http://schemas.openxmlformats.org/drawingml/2006/main" l="0" t="0" r="0" b="4"/>
          <a:stretch xmlns:a="http://schemas.openxmlformats.org/drawingml/2006/main"/>
        </p:blipFill>
        <p:spPr>
          <a:xfrm xmlns:a="http://schemas.openxmlformats.org/drawingml/2006/main">
            <a:off x="1881795" y="393934"/>
            <a:ext cx="46410" cy="53620"/>
          </a:xfrm>
          <a:prstGeom xmlns:a="http://schemas.openxmlformats.org/drawingml/2006/main" prst="rect">
            <a:avLst/>
          </a:prstGeom>
        </p:spPr>
      </p:pic>
      <p:pic>
        <p:nvPicPr>
          <p:cNvPr id="138" name="Imag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346b1c3f9433a"/>
          <a:srcRect xmlns:a="http://schemas.openxmlformats.org/drawingml/2006/main" l="0" t="0" r="0" b="4"/>
          <a:stretch xmlns:a="http://schemas.openxmlformats.org/drawingml/2006/main"/>
        </p:blipFill>
        <p:spPr>
          <a:xfrm xmlns:a="http://schemas.openxmlformats.org/drawingml/2006/main">
            <a:off x="1933222" y="392995"/>
            <a:ext cx="43588" cy="47662"/>
          </a:xfrm>
          <a:prstGeom xmlns:a="http://schemas.openxmlformats.org/drawingml/2006/main" prst="rect">
            <a:avLst/>
          </a:prstGeom>
        </p:spPr>
      </p:pic>
      <p:pic>
        <p:nvPicPr>
          <p:cNvPr id="139" name="Imag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f4d0eb1224b2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82283" y="402482"/>
            <a:ext cx="50031" cy="49267"/>
          </a:xfrm>
          <a:prstGeom xmlns:a="http://schemas.openxmlformats.org/drawingml/2006/main" prst="rect">
            <a:avLst/>
          </a:prstGeom>
        </p:spPr>
      </p:pic>
      <p:pic>
        <p:nvPicPr>
          <p:cNvPr id="140" name="Image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431aab25d4b52"/>
          <a:srcRect xmlns:a="http://schemas.openxmlformats.org/drawingml/2006/main" l="0" t="0" r="0" b="3"/>
          <a:stretch xmlns:a="http://schemas.openxmlformats.org/drawingml/2006/main"/>
        </p:blipFill>
        <p:spPr>
          <a:xfrm xmlns:a="http://schemas.openxmlformats.org/drawingml/2006/main">
            <a:off x="2024160" y="416198"/>
            <a:ext cx="63343" cy="63968"/>
          </a:xfrm>
          <a:prstGeom xmlns:a="http://schemas.openxmlformats.org/drawingml/2006/main" prst="rect">
            <a:avLst/>
          </a:prstGeom>
        </p:spPr>
      </p:pic>
      <p:pic>
        <p:nvPicPr>
          <p:cNvPr id="141" name="Imag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affcfa074446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75274" y="449438"/>
            <a:ext cx="53309" cy="52997"/>
          </a:xfrm>
          <a:prstGeom xmlns:a="http://schemas.openxmlformats.org/drawingml/2006/main" prst="rect">
            <a:avLst/>
          </a:prstGeom>
        </p:spPr>
      </p:pic>
      <p:pic>
        <p:nvPicPr>
          <p:cNvPr id="142" name="Imag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867f48c324b3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96598" y="491458"/>
            <a:ext cx="59580" cy="56759"/>
          </a:xfrm>
          <a:prstGeom xmlns:a="http://schemas.openxmlformats.org/drawingml/2006/main" prst="rect">
            <a:avLst/>
          </a:prstGeom>
        </p:spPr>
      </p:pic>
      <p:pic>
        <p:nvPicPr>
          <p:cNvPr id="143" name="Image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ddfe095464289"/>
          <a:srcRect xmlns:a="http://schemas.openxmlformats.org/drawingml/2006/main" l="0" t="0" r="0" b="5"/>
          <a:stretch xmlns:a="http://schemas.openxmlformats.org/drawingml/2006/main"/>
        </p:blipFill>
        <p:spPr>
          <a:xfrm xmlns:a="http://schemas.openxmlformats.org/drawingml/2006/main">
            <a:off x="2121371" y="534419"/>
            <a:ext cx="53622" cy="43272"/>
          </a:xfrm>
          <a:prstGeom xmlns:a="http://schemas.openxmlformats.org/drawingml/2006/main" prst="rect">
            <a:avLst/>
          </a:prstGeom>
        </p:spPr>
      </p:pic>
      <p:sp>
        <p:nvSpPr>
          <p:cNvPr id="49" name="Shape 3">
            <a:extLst xmlns:a="http://schemas.openxmlformats.org/drawingml/2006/main">
              <a:ext uri="{FF2B5EF4-FFF2-40B4-BE49-F238E27FC236}">
                <a16:creationId xmlns:a16="http://schemas.microsoft.com/office/drawing/2014/main" id="{1B1B8875-8918-4D35-AC27-F3856DF2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43100"/>
            <a:ext cx="3757613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0" name="Text 4">
            <a:extLst xmlns:a="http://schemas.openxmlformats.org/drawingml/2006/main">
              <a:ext uri="{FF2B5EF4-FFF2-40B4-BE49-F238E27FC236}">
                <a16:creationId xmlns:a16="http://schemas.microsoft.com/office/drawing/2014/main" id="{98321AD3-DB5A-4EBA-B76C-84405C8C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43100"/>
            <a:ext cx="624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4906"/>
              </a:lnSpc>
              <a:buNone/>
            </a:pPr>
            <a:r>
              <a:rPr sz="5451" b="1">
                <a:solidFill>
                  <a:srgbClr val="FFFFFF">
                    <a:alpha val="99000"/>
                  </a:srgbClr>
                </a:solidFill>
                <a:latin typeface="Golos"/>
                <a:ea typeface="Golos"/>
                <a:cs typeface="Golos"/>
              </a:rPr>
              <a:t>Спасибо за внимание!</a:t>
            </a:r>
            <a:br>
              <a:rPr sz="5451" b="1">
                <a:solidFill>
                  <a:srgbClr val="FFFFFF">
                    <a:alpha val="99000"/>
                  </a:srgbClr>
                </a:solidFill>
                <a:latin typeface="Golos"/>
                <a:ea typeface="Golos"/>
                <a:cs typeface="Golos"/>
              </a:rPr>
            </a:br>
            <a:endParaRPr sz="5451"/>
          </a:p>
        </p:txBody>
      </p:sp>
      <p:pic>
        <p:nvPicPr>
          <p:cNvPr id="146" name="Imag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fe867d1974f5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62575" y="2286000"/>
            <a:ext cx="3667125" cy="2743200"/>
          </a:xfrm>
          <a:prstGeom xmlns:a="http://schemas.openxmlformats.org/drawingml/2006/main" prst="rect">
            <a:avLst/>
          </a:prstGeom>
        </p:spPr>
      </p:pic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4F8E7A6-EE9E-4E9D-862B-8BE12330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3852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Golos"/>
                <a:ea typeface="Golos"/>
                <a:cs typeface="Golos"/>
              </a:defRPr>
            </a:pPr>
            <a:r>
              <a:rPr sz="1800" b="0">
                <a:solidFill>
                  <a:srgbClr val="FFFFFF"/>
                </a:solidFill>
                <a:latin typeface="Golos"/>
                <a:ea typeface="Golos"/>
                <a:cs typeface="Golos"/>
              </a:rPr>
              <a:t>AI-контроль загрузки транспорта по фотографии</a:t>
            </a:r>
          </a:p>
        </p:txBody>
      </p:sp>
    </p:spTree>
    <p:extLst>
      <p:ext uri="{BB962C8B-B14F-4D97-AF65-F5344CB8AC3E}">
        <p14:creationId xmlns:p14="http://schemas.microsoft.com/office/powerpoint/2010/main" val="128990323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2026-09-22T16:34:42.1440000Z</dcterms:created>
  <dcterms:modified xsi:type="dcterms:W3CDTF">2026-09-22T16:34:42.1440000Z</dcterms:modified>
</coreProperties>
</file>